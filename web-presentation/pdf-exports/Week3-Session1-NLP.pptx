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644" y="2194560"/>
            <a:ext cx="4050791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bigu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gex-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eaning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61314"/>
            <a:ext cx="10607040" cy="391728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87705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5020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e-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8444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3923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3923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364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364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m-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3542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0857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r-sp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cy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748" y="2194560"/>
            <a:ext cx="8304582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gram-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1847088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562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624328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0416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-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1847088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tic-vs-contex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87578"/>
            <a:ext cx="10607040" cy="39172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mbedding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355" y="2194560"/>
            <a:ext cx="6739369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1847088"/>
            <a:ext cx="6568185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78380"/>
            <a:ext cx="10607040" cy="3535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n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u-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93" y="1847088"/>
            <a:ext cx="9896094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61314"/>
            <a:ext cx="10607040" cy="391728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eedy-vs-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ttleneck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87578"/>
            <a:ext cx="10607040" cy="39172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ormer-enc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66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