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644" y="2194560"/>
            <a:ext cx="4050791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5254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2569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5254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2569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0195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87705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5020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8444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5760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3923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3923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364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364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3542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0857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-n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2748" y="2194560"/>
            <a:ext cx="8304582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1847088"/>
            <a:ext cx="4426131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562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624328"/>
            <a:ext cx="4339765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0416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416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171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171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1847088"/>
            <a:ext cx="58581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mbedding-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355" y="2194560"/>
            <a:ext cx="6739369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1847088"/>
            <a:ext cx="6568185" cy="868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78380"/>
            <a:ext cx="10607040" cy="3535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u-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993" y="1847088"/>
            <a:ext cx="9896094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2seq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421" y="1847088"/>
            <a:ext cx="8645236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2seq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421" y="1847088"/>
            <a:ext cx="8645236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050" y="2194560"/>
            <a:ext cx="2749978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