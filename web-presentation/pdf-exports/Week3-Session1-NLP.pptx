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8983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llo-world-toke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2204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2204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5069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5069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-n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90644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Score a sentence, or predict the next 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Counts to a conditional probability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-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branching uncertainty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atic-vs-contex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82211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82211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4515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Upper layers capture richer semantics and task-specific signals.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2103120"/>
            <a:ext cx="6568185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time t, the RNN consumes current input and previous hidden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cell and weights are reused at every time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recurrence captures sequential information in variable-length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Gating and direction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cannot carry the whole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Overlap proxies, not meaning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