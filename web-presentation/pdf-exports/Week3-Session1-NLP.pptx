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644" y="2194560"/>
            <a:ext cx="4050791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87705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5020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e-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8444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3923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3923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364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364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3542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0857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748" y="2194560"/>
            <a:ext cx="8304582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1847088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562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624328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0416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1847088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mbedding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355" y="2194560"/>
            <a:ext cx="6739369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1847088"/>
            <a:ext cx="6568185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78380"/>
            <a:ext cx="10607040" cy="3535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u-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93" y="1847088"/>
            <a:ext cx="9896094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21" y="1847088"/>
            <a:ext cx="8645236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21" y="1847088"/>
            <a:ext cx="8645236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050" y="2194560"/>
            <a:ext cx="2749978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