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644" y="2194560"/>
            <a:ext cx="4050791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5254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2569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0195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87705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5020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8444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5760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3923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3923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364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364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3542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0857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8041"/>
            <a:ext cx="10607040" cy="38238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8483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748" y="2194560"/>
            <a:ext cx="8304582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1847088"/>
            <a:ext cx="4426131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562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624328"/>
            <a:ext cx="4339765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0416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1847088"/>
            <a:ext cx="58581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mbedding-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355" y="2194560"/>
            <a:ext cx="6739369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Words as vectors in embedding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1847088"/>
            <a:ext cx="6568185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79485"/>
            <a:ext cx="10607040" cy="35334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u-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219" y="1847088"/>
            <a:ext cx="9897640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21" y="1847088"/>
            <a:ext cx="8645236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2seq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2421" y="1847088"/>
            <a:ext cx="8645236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050" y="2194560"/>
            <a:ext cx="2749978" cy="405079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54768"/>
            <a:ext cx="10607040" cy="37303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8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