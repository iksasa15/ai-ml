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983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90644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755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84832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2397061"/>
            <a:ext cx="5303520" cy="7014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nn-unf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66468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u-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18" y="2130552"/>
            <a:ext cx="9775042" cy="3703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18" y="2130552"/>
            <a:ext cx="9775042" cy="3703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18" y="2130552"/>
            <a:ext cx="9775042" cy="3703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19" y="2130552"/>
            <a:ext cx="5948640" cy="3703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19" y="2130552"/>
            <a:ext cx="5948640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