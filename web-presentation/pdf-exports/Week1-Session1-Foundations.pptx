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9511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1  ·  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38328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 for reliable 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Bootcamp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8686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679192"/>
            <a:ext cx="54864" cy="256032"/>
          </a:xfrm>
          <a:prstGeom prst="rect">
            <a:avLst/>
          </a:prstGeom>
          <a:solidFill>
            <a:srgbClr val="5C4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C45B0"/>
                </a:solidFill>
                <a:latin typeface="Helvetica"/>
                <a:ea typeface="Helvetica"/>
                <a:cs typeface="Helvetica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1363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3639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66674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66744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197095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197095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72744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27448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25780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76472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31363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13639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6674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666744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5392" y="4197095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197095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472744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4727448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5392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525780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214884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441448"/>
            <a:ext cx="24688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26060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606040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4312" y="313639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313639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366674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38360" y="3666744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MLOps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45459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1  ·  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66344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47000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48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7889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29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06907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383280" cy="3749039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514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2743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118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118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690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690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262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262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834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834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194560"/>
            <a:ext cx="3383280" cy="3749039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514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2880360"/>
            <a:ext cx="2743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6118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6118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0690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40690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5262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5262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2194560"/>
            <a:ext cx="3383280" cy="3749039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514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880360"/>
            <a:ext cx="2743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6118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6118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06908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0690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Make a final 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799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79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Make predictions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Make a final prediction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1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2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3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4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S01  · 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