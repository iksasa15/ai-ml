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377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8808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4805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4805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08976" y="2148840"/>
            <a:ext cx="342900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29016" y="24688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Step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2834640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35661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35661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9016" y="4023360"/>
            <a:ext cx="228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40233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59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599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381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163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1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2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3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4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