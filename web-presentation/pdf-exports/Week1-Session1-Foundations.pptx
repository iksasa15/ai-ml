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6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200400" y="731520"/>
            <a:ext cx="5943600" cy="5029200"/>
          </a:xfrm>
          <a:prstGeom prst="ellipse">
            <a:avLst/>
          </a:prstGeom>
          <a:solidFill>
            <a:srgbClr val="2A1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EEE8FA"/>
                </a:solidFill>
                <a:latin typeface="DIN Next LT W23"/>
                <a:ea typeface="DIN Next LT W23"/>
                <a:cs typeface="DIN Next LT W23"/>
              </a:rPr>
              <a:t>Data pre-processing for reliable machine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Build the end-to-end ML workflow: clean data → train → evaluate.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6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200400" y="731520"/>
            <a:ext cx="5943600" cy="5029200"/>
          </a:xfrm>
          <a:prstGeom prst="ellipse">
            <a:avLst/>
          </a:prstGeom>
          <a:solidFill>
            <a:srgbClr val="2A1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38328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EEE8FA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25496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5496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Train/test splits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02352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02352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9208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79208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&amp; imputation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264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Train/test splits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Encoding &amp; imputation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leakage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3 main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342900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661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566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Import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233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0233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Clean the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805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4805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Split into training and test 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377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9377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78808" y="2148840"/>
            <a:ext cx="3429000" cy="37947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24688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Step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2834640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Modelling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5661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7448" y="3566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Build the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40233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7448" y="40233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Train the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848" y="44805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7448" y="44805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Make predictions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08976" y="2148840"/>
            <a:ext cx="342900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29016" y="24688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Step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9016" y="2834640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Evaluation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9016" y="35661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3566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Calculate performance metrics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9016" y="40233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7616" y="40233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Make a final prediction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1: 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Import the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163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Clean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381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381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Split into training and test sets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599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599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2: Modelling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Build the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163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 the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381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381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Make predictions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3: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Calculate performance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163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Make a final prediction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Topic 1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10972800" cy="3383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Train/test splits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Topic 2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10972800" cy="3383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Train/test splits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Topic 3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10972800" cy="3383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&amp; imputation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Topic 4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10972800" cy="3383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&amp; imputation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leakage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Topic 5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10972800" cy="3383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leakage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