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GenAI: BERT, T5, GPT,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4 Session 1 — GenAI: BERT, T5, GPT,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97696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AI: Core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BERT, T5, GPT, LLMs, and Attention (Focused Edition)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section extracts the most important ideas into a compact teaching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areas: transfer learning, model families, attention mechanics, scaling, and practical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Designed for bootcamp delivery within roughly 20 slides.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in Generative AI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Data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Pretraining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 mostly unlabeled corpora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Learn general language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Task-labeled dataset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 model to specific downstream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User prompt/context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Generate or classify outputs for real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reduces labeled data needs and accelerates convergence.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Feature-Based Transfer vs Fine-Tuning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Changes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Feature-based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pretrained backbone; use embeddings as input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lightweight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task adaptation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Update model weights (often with a task head)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task performance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compute and tuning effort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398" y="1847088"/>
            <a:ext cx="418128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 learns contextual token representations using both left and right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Strong for understanding tasks: classification, NER, QA, and retrieval-oriented use cases.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Pretrained at scale (Wikipedia + BooksCorpus), then adapted to downstream tasks.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Pretraining Objectives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Objective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How It Works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Teaches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MLM (Masked Language Modeling)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Mask subset of tokens and predict originals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contextual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NSP (Next Sentence Prediction)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 whether sentence B follows sentence 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Inter-sentence coherence signals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MLM and NSP were jointly used in original BERT training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keniz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[CLS] is prepended and its final embedding is used as a sequence-level summary.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[SEP] separates sentence segments and marks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classification tasks, [CLS] passes through a lightweight prediction 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 design helps unify single- and pair-sentence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AraBERT follows BERT-base style architecture with Arabic-specific preprocessing.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Segmentation and Arabic-tailored tokenization improve vocabulary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Domain/language adaptation quality can matter more than raw parameter count.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Component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Adaptation Benefit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Farasa-style segmentation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handling of prefixes/suffixes and morphology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Arabic-focused vocabulary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fragmentation and stronger lexical coverage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 corpus curation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Improved contextual understanding in target language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T5: Unified Text-to-Text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 reframes every NLP task as text input -&gt; text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instruction is included as a prefix (e.g., "summarize:", "translate:").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shared architecture/training recipe serves multiple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design strongly influenced modern prompt-based LLM usage.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contiguous text spans from input and replace with sentinel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model to reconstruct missing spans autoregressively.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Encourages stronger generative behavior than token-only masking.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Corruption Style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 masked individual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Language understanding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Contiguous span corruption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Generation + multitask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Attention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Visibility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Used In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Fully visible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 tokens attend to all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Encoder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 attends to past only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Autoregressive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Prefix-causal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source access + causal target decoding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Seq2Seq decoding in T5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pt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430" y="1847088"/>
            <a:ext cx="366521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 predicts next token from left context only (causal modeling).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masked self-attention in decoder stack for no-lookahead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Excellent for open-ended completion, instruction following, and synthesis.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 Evolution and Foundation Model Scale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Generation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Approx. Parameters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Theme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117M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Proof of transfer-learning viability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1.5B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Large-scale web pretraining for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175B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Few-shot in-context capabilities at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utility scales with data, architecture, and training compute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solves fixed-vector bottlenecks in sequence transduction.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each step, model dynamically focuses on most relevant source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Entire mechanism is differentiable and learned end-to-end.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Computation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8d7f401230b63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562" y="1847088"/>
            <a:ext cx="528895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 relevance scores between query state and source states.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Apply softmax to obtain attention weights (probability distribution).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Return weighted sum of value/source states as contextual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Bahdanau vs Luong Attention (Classic RNN Era)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Scoring 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Placement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Luong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Bilinear/dot-style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after decoder state update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Bahdanau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MLP/additive score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integrated before decoder update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approximate alignment; design choice affects speed and accuracy tradeoffs.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978" y="1847088"/>
            <a:ext cx="664812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Query asks for relevant context; Key indexes available context; Value carries content.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Self-attention lets each token aggregate information from other tokens in sequence.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Multi-head attention captures different linguistic relations in parallel.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Different heads can specialize in syntax, agreement, locality, or semantics.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290" y="1847088"/>
            <a:ext cx="6733498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cannot access future tokens during generation.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Causal mask enforces left-to-right consistency and prevents information leakage.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Enables parallel training over full target sequence while preserving autoregressive objective.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Long-Sequence Challenge in Transformers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290" y="1847088"/>
            <a:ext cx="6733498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Long-Sequence Challenge in Transformers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Bottleneck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Complexity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Practical Impact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Attention map computation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O(L²)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Time/memory explode as context grows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Activation storage (training)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O(N*L*d_model)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VRAM demand for deep long-context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Long-context efficiency is now a central LLM engineering topic.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Laws and Compute-Optimal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Performance improves with data, model size, and compute, but with diminishing returns.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Compute-optimal training balances parameter count and token budget.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Chinchilla-style insight: many large models are under-trained relative to their size.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Laws and Compute-Optimal Training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Principle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Implication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Fixed compute budget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Tune model size and data volume jointly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Data-quality filtering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Small fraction of tokens may dominate useful learning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Chinchilla ratio (rule of thumb)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Roughly ~20 training tokens per parameter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 Practical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 type: encoder-only, encoder-decoder, or decoder-only.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0030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0030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 when possible.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attention-aware designs and decoding strategy (greedy/beam) based on product constraints.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26179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26179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Plan for memory/compute early: quantization, context limits, and deployment targets.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domain-heavy use cases, adapt with specialized corpora and evaluation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Strong GenAI systems come from balanced choices across data, architecture, compute, and evaluation.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task: encoder-only (BERT), encoder-decoder (T5), or decoder-only (GPT).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Attention, decoding strategy, and compute limits shape what you can 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code/17- GenAI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