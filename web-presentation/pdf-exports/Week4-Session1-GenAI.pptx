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4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GenAI: BERT, T5, GPT,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4 Session 1 — GenAI: BERT, T5, GPT,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97696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4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BERT · T5 · GPT ·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Core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41264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· T5 · GPT ·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Core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Generative AI: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BERT, T5, GPT, LLMs, and Attention (Focused Edition)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section extracts the most important ideas into a compact teaching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Focus areas: transfer learning, model families, attention mechanics, scaling, and practical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Designed for bootcamp delivery within roughly 20 slides.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in Generative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Data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Pretraining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Large mostly unlabeled corpora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Learn general language representations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Task-labeled dataset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Adapt model to specific downstream objective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Inference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User prompt/context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Generate or classify outputs for real tasks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71246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Transfer learning reduces labeled data needs and accelerates convergence.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Feature-Based Transfer vs Fine-Tuning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Strategy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Changes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Tradeoff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Feature-based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Freeze pretrained backbone; use embeddings as input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lightweight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task adaptation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Update model weights (often with a task head)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task performance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compute and tuning effort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BERT: Encoder-Only Bidirectional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nsformer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398" y="1847088"/>
            <a:ext cx="4181282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BERT: Encoder-Only Bidirectional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BERT learns contextual token representations using both left and right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Strong for understanding tasks: classification, NER, QA, and retrieval-oriented use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Pretrained at scale (Wikipedia + BooksCorpus), then adapted to downstream tasks.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Pretraining Objectives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Objective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How It Works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Teaches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MLM (Masked Language Modeling)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Mask subset of tokens and predict originals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Bidirectional contextual semantics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NSP (Next Sentence Prediction)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 whether sentence B follows sentence 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Inter-sentence coherence signals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MLM and NSP were jointly used in original BERT training setup.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Special Tokens: [CLS] and [SEP]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kenization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Special Tokens: [CLS] and [SEP]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[CLS] is prepended and its final embedding is used as a sequence-level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[SEP] separates sentence segments and marks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classification tasks, [CLS] passes through a lightweight prediction 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 design helps unify single- and pair-sentence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Arabic Adaptation Example: AraBERT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AraBERT follows BERT-base style architecture with Arabic-specific preprocessing.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Segmentation and Arabic-tailored tokenization improve vocabulary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Domain/language adaptation quality can matter more than raw parameter 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Arabic Adaptation Example: AraBERT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Component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Adaptation Benefit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Farasa-style segmentation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handling of prefixes/suffixes and morphology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Arabic-focused vocabulary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 fragmentation and stronger lexical coverage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Arabic corpus curation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Improved contextual understanding in target language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4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5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6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Topic 7 of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3383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architecture by task: encoder-only (BERT), encoder-decoder (T5), or decoder-only (GPT).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Prefer transfer learning and fine-tuning over training from scratch.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Attention, decoding strategy, and compute limits shape what you can 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code/17- 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