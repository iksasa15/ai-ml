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GenAI: BERT, T5, GPT, Attention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4 Session 1 — GenAI: BERT, T5, GPT,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997696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4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GenAI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41264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596128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· T5 · GPT ·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Core Concepts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7959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87959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Generative AI: Core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BERT, T5, GPT, LLMs, and Attention (Focused Edition)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8483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This section extracts the most important ideas into a compact teaching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206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8206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areas: transfer learning, model families, attention mechanics, scaling, and practical deployment.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792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92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Designed for bootcamp delivery within roughly 20 slides.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in Generative AI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Data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Pretraining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 mostly unlabeled corpora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Learn general language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Task-labeled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 model to specific downstream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Inference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User prompt/context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Generate or classify outputs for real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Transfer learning reduces labeled data needs and accelerates convergence.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Feature-Based Transfer vs Fine-Tuning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Changes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Tradeoff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Feature-based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pretrained backbone; use embeddings as input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Fast and lightweight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Less task adaptation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Fine-tuning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Update model weights (often with a task head)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Higher task performance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compute and tuning effort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4398" y="1847088"/>
            <a:ext cx="418128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BERT: Encoder-Only Bidirectional Understanding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BERT learns contextual token representations using both left and right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Strong for understanding tasks: classification, NER, QA, and retrieval-oriented use cases.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Pretrained at scale (Wikipedia + BooksCorpus), then adapted to downstream tasks.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Pretraining Objectives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Objective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How It Works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Teaches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MLM (Masked Language Modeling)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Mask subset of tokens and predict originals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Bidirectional contextual semantics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NSP (Next Sentence Prediction)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Predict whether sentence B follows sentence 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Inter-sentence coherence signals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MLM and NSP were jointly used in original BERT training setup.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okenization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4305"/>
            <a:ext cx="10607040" cy="382383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BERT Special Tokens: [CLS] and [SEP]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[CLS] is prepended and its final embedding is used as a sequence-level summary.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[SEP] separates sentence segments and marks boundaries.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In classification tasks, [CLS] passes through a lightweight prediction head.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 design helps unify single- and pair-sentence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AraBERT follows BERT-base style architecture with Arabic-specific preprocessing.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Segmentation and Arabic-tailored tokenization improve vocabulary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Domain/language adaptation quality can matter more than raw parameter count.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Arabic Adaptation Example: AraBERT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Component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Adaptation Benefit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Farasa-style segmentation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Better handling of prefixes/suffixes and morphology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Arabic-focused vocabulary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Lower fragmentation and stronger lexical coverage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Arabic corpus curation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Improved contextual understanding in target language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T5: Unified Text-to-Text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T5 reframes every NLP task as text input -&gt; text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Task instruction is included as a prefix (e.g., "summarize:", "translate:").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shared architecture/training recipe serves multiple tasks.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This design strongly influenced modern prompt-based LLM usage.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Remove contiguous text spans from input and replace with sentinel tokens.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 model to reconstruct missing spans autoregressively.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Encourages stronger generative behavior than token-only masking.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Pretraining Objective: Span Corruption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Corruption Style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Strength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BERT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 masked individual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Language understanding tasks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T5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Contiguous span corruption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Generation + multitask transfer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ncoding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81032"/>
            <a:ext cx="10607040" cy="373037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T5 Attention Strategies (Encoder/Decoder)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Attention Type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Visibility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Used In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Fully visible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 tokens attend to all tokens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Encoder representations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Causal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Token attends to past only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Autoregressive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Prefix-causal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source access + causal target decoding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Seq2Seq decoding in T5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pt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430" y="1847088"/>
            <a:ext cx="366521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GPT: Decoder-Only Autoregressive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GPT predicts next token from left context only (causal modeling).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Uses masked self-attention in decoder stack for no-lookahead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Excellent for open-ended completion, instruction following, and synthesis.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GPT Evolution and Foundation Model Scale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Generation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Approx. Parameters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Key Theme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117M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Proof of transfer-learning viability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1.5B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Large-scale web pretraining for generation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GPT-3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175B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Few-shot in-context capabilities at scale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71246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8561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Model utility scales with data, architecture, and training compute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2105" y="1847088"/>
            <a:ext cx="2985869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Attention: Why It Was a Breakthrough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 solves fixed-vector bottlenecks in sequence transduction.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 each step, model dynamically focuses on most relevant source positions.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Entire mechanism is differentiable and learned end-to-end.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Attention Computation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-28d7f401230b63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562" y="1847088"/>
            <a:ext cx="528895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26440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6440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Compute relevance scores between query state and source states.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Apply softmax to obtain attention weights (probability distribution).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1538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1538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Return weighted sum of value/source states as contextual output.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Bahdanau vs Luong Attention (Classic RNN Era)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37360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Scoring 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Placement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Luong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Bilinear/dot-style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after decoder state update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Bahdanau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MLP/additive score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Attention integrated before decoder update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323697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1012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Both approximate alignment; design choice affects speed and accuracy tradeoffs.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ttention-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0978" y="1847088"/>
            <a:ext cx="6648122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Self-Attention, Q/K/V, and Multi-Head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Query asks for relevant context; Key indexes available context; Value carries content.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12848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Self-attention lets each token aggregate information from other tokens in sequence.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883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Multi-head attention captures different linguistic relations in parallel.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Different heads can specialize in syntax, agreement, locality, or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10972800" cy="46177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ansformer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8290" y="1847088"/>
            <a:ext cx="6733498" cy="43982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Masked Self-Attention in Decoders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Decoder cannot access future tokens during generation.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9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3459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Causal mask enforces left-to-right consistency and prevents information leakage.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3182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13182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Enables parallel training over full target sequence while preserving autoregressive objective.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Topic 7 of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10972800" cy="3383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Scaling &amp; Practice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S14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Choose architecture by task: encoder-only (BERT), encoder-decoder (T5), or decoder-only (GPT).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Prefer transfer learning and fine-tuning over training from scratch.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Attention, decoding strategy, and compute limits shape what you can 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code/17- GenAI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