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Classical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 — from labels to decision boundaries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After regression — learn models that predict class labels.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39896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659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Classical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38328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00600"/>
            <a:ext cx="256032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46320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36976" y="4800600"/>
            <a:ext cx="256032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36976" y="4846320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Logistic regression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25312" y="4800600"/>
            <a:ext cx="1444752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25312" y="4846320"/>
            <a:ext cx="14447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K-NN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0" y="4800600"/>
            <a:ext cx="256032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0" y="4846320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boundaries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Logistic regression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K-NN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Decision boundaries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Threshold tuning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Classification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Classification is a supervised learning task used to assign a new observation to a predefined category based on learned patterns from labeled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Output is a class label (e.g., 0/1, Yes/No).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Used in spam detection, medical diagnosis, fraud detection, and customer churn prediction.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lassification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3804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Features in → class label out. Probability models come next.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Logistic Regression: Definition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Binary Classification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Logistic Regression is a supervised algorithm for binary classification that estimates the probability of class membership.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Produces probabilities in the range [0, 1].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Final class is determined using a threshold (commonly 0.5).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Models the relationship between features and log-odds of the target.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igmoid-thresh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311895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Sigmoid &amp; Threshold · Probability cutoff τ = 0.5 · P ≥ τ → class 1.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Not Linear Regression for Classification?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Motivation for Logistic 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Linear regression predicts continuous values rather than discrete classes.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Predicted values can be &lt; 0 or &gt; 1 — invalid for probabilities.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does not naturally provide a robust classification boundary.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inear-vs-logis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17477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Logistic Regression maps the linear score to probability through a sigmoid.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Sigmoid Mapping and Decision Threshold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Sigmoid &amp; 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Probability cutoff for classification · Decision threshold τ = 0.5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dcdb62d4707402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59" y="3647906"/>
            <a:ext cx="5303520" cy="7051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If P ≥ τ → class 1 · if P &lt; τ → class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64607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64607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Sigmoid converts any real-valued score into a valid probability.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85231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85231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If probability ≥ 0.5, predict class 1; otherwise class 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igmoid-thresh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311895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Threshold can be adjusted based on business/clinical needs.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Key Assumptions for Logistic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Assumptions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Logistic regression models log-odds — check independence, collinearity, and linearity in logit space.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3ad53e801ff360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3190" y="2852928"/>
            <a:ext cx="5343698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Decision threshold still applies after sigmoid · default τ = 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Observations should be independent.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Predictors should not have severe multicollinearity.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11149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1149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Relationship should be approximately linear in the log-odds space.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Maximum Likelihood Estimation (MLE)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Logistic Regression Learns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Logistic Regression parameters are estimated by maximizing the likelihood of observing the true class labels.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Different curves correspond to different parameter values.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optimal model is the one with the highest likelihood (or lowest log-loss).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le-sigmoid-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302041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Pick β that makes the observed labels most probable.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Logistic Regression: Strengths and Limits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When to Use It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Strengths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Limitations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High interpretability of coefficients and odds ratios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May underperform on complex non-linear boundaries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Fast training and strong baseline for binary tasks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Sensitive when classes strongly overlap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Calibrated probabilities and clear feature coefficients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 decision boundary in feature space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 complex boundaries → polynomials or other models. Default threshold τ = 0.5.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Multiclass Extension of Logistic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Beyond Binary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Extend binary logistic regression to 3+ classes with Softmax or One-vs-All.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Multinomial (Softmax) Logistic Regression directly handles multiple classes.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One-vs-All (OvA) trains one binary classifier per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Final class is selected by highest predicted probability.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ulticlass-logis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111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Pick the class with max P(y=k|x).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K-Nearest Neighbors (K-NN): Core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Instance-Based Learning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K-NN is an instance-based, non-parametric algorithm that classifies a sample using the majority class among its nearest neighbors.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Choose 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Compute distance to all training points.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Select K nearest points and apply majority voting.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knn-core-id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330903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 explicit training of a parametric model — the training set is the model.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K-NN: Choosing K and Distance 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Hyperparameters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K and the distance metric control the smoothness of the decision boundary.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Small K: lower bias, higher variance (sensitive to noise).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Large K: smoother boundary, may miss local structure.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Common metrics: Euclidean, Manhattan, Hamming.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knn-k-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13455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 CV to choose K · scale numeric features before distance-based modeling.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K-NN: Strengths and 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When to Use It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Strengths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Limitations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Simple and intuitive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Prediction can be slow on large datasets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Effective on smaller, well-separated datasets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Sensitive to irrelevant features and class imbalance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Naturally supports multiclass classification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Performance drops in high-dimensional spaces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No training phase — lazy learning, simple baseline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Needs feature scaling before distance modeling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Strength: lazy baseline · Limit: slow inference, curse of dimensionality, needs scaling.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boundaries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Topic 4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10972800" cy="3383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4612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boundaries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Content coming next — paste the teaching block when ready.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Threshold tuning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Topic 5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10972800" cy="3383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4612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Threshold tuning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Content coming next — paste the teaching block when ready.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