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37851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0116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Week 1  ·  Session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Classical ML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474720"/>
            <a:ext cx="1280160" cy="54864"/>
          </a:xfrm>
          <a:prstGeom prst="rect">
            <a:avLst/>
          </a:prstGeom>
          <a:gradFill rotWithShape="1">
            <a:gsLst>
              <a:gs pos="0">
                <a:srgbClr val="5234B7"/>
              </a:gs>
              <a:gs pos="100000">
                <a:srgbClr val="9E59C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Classification basics — from labels to decision boundaries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1264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AI &amp; Machine Learning Bootcamp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S03  ·  Big picture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Where Are We in the Bootcamp?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After regression — learn models that predict class labels.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Foundations &amp; Preprocessing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Regression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39896"/>
            <a:ext cx="45720" cy="25603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Classification Basics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4197095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197095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Naive Bayes &amp; Trees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4727448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727448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SVM &amp; Kernels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525780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25780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Clustering &amp; PCA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4992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64992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13632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Deep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1344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81344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7648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NLP Fundamentals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9984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Tokenization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9984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Text Analysis &amp; 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4197095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9984" y="4197095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Language Modeling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4727448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9984" y="4727448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Embeddings &amp; RNNs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525780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9984" y="525780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Seq2Seq &amp; NMT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97696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97696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0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46336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Generative 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46336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RAG Systems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46336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MLOps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02  / 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37851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96596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Week 1  ·  Session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Classical ML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0"/>
            <a:ext cx="1280160" cy="54864"/>
          </a:xfrm>
          <a:prstGeom prst="rect">
            <a:avLst/>
          </a:prstGeom>
          <a:gradFill rotWithShape="1">
            <a:gsLst>
              <a:gs pos="0">
                <a:srgbClr val="5234B7"/>
              </a:gs>
              <a:gs pos="100000">
                <a:srgbClr val="9E59C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703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Classification Basics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800600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Classification Basics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36976" y="4800600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36976" y="4846320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Logistic regression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25312" y="4800600"/>
            <a:ext cx="1444752" cy="3840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25312" y="4846320"/>
            <a:ext cx="14447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K-NN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0" y="4800600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0" y="4846320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Decision boundaries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03  / 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S03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Classification Basics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What we will cover in this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Classification Basics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70632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70632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Logistic 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92424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92424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K-NN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14216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14216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Decision boundaries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36008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36008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Threshold tuning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04  / 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S03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Classification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Classification Basics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Classification is a supervised learning task used to assign a new observation to a predefined category based on learned patterns from labeled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Output is a class label (e.g., 0/1, Yes/No).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Used in spam detection, medical diagnosis, fraud detection, and customer churn prediction.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lassification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33804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Features in → class label out. Probability models come next.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05  / 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S03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Logistic Regression: Definition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Binary Classification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Logistic Regression is a supervised algorithm for binary classification that estimates the probability of class membership.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Produces probabilities in the range [0, 1].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Final class is determined using a threshold (commonly 0.5).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Models the relationship between features and log-odds of the target.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igmoid-thresh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311895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Sigmoid &amp; Threshold · Probability cutoff τ = 0.5 · P ≥ τ → class 1.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06  / 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S03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Why Not Linear Regression for Classification?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Motivation for Logistic Regression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Linear regression predicts continuous values rather than discrete classes.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Predicted values can be &lt; 0 or &gt; 1 — invalid for probabilities.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It does not naturally provide a robust classification boundary.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inear-vs-logi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17477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Logistic Regression maps the linear score to probability through a sigmoid.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07  / 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S03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Sigmoid Mapping and Decision Threshold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Sigmoid &amp; Threshold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Probability cutoff for classification · Decision threshold τ = 0.5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46120"/>
            <a:ext cx="5760720" cy="1508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Formula</a:t>
            </a:r>
          </a:p>
        </p:txBody>
      </p:sp>
      <p:pic>
        <p:nvPicPr>
          <p:cNvPr id="12" name="Picture 11" descr="f-dcdb62d4707402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3647906"/>
            <a:ext cx="5303520" cy="70518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4480559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If P ≥ τ → class 1 · if P &lt; τ → class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64607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64607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Sigmoid converts any real-valued score into a valid probability.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85231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85231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If probability ≥ 0.5, predict class 1; otherwise class 0.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igmoid-thresh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194560"/>
            <a:ext cx="4617720" cy="311895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Threshold can be adjusted based on business/clinical needs.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08  / 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S03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Key Assumptions for Logistic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Model Assumptions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Logistic regression models log-odds — check independence, collinearity, and linearity in logit space.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-3ad53e801ff360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3190" y="2852928"/>
            <a:ext cx="5343698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384048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Decision threshold still applies after sigmoid · default τ = 0.5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702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7024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Observations should be independent.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9087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9087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Predictors should not have severe multicollinearity.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11496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11496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Relationship should be approximately linear in the log-odds space.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09  / 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S03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Maximum Likelihood Estimation (MLE)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How Logistic Regression Learns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Logistic Regression parameters are estimated by maximizing the likelihood of observing the true class labels.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Different curves correspond to different parameter values.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The optimal model is the one with the highest likelihood (or lowest log-loss).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le-sigmoid-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302041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Pick β that makes the observed labels most probable.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10  / 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S03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Logistic Regression: Strengths and Limits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When to Use It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Strengths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Limitations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High interpretability of coefficients and odds ratios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May underperform on complex non-linear boundaries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Fast training and strong baseline for binary tasks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Sensitive when classes strongly overlap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Calibrated probabilities and clear feature coefficients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Linear decision boundary in feature space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032504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05656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For complex boundaries → polynomials or other models. Default threshold τ = 0.5.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11  / 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S03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Multiclass Extension of Logistic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Beyond Binary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Extend binary logistic regression to 3+ classes with Softmax or One-vs-All.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Multinomial (Softmax) Logistic Regression directly handles multiple classes.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One-vs-All (OvA) trains one binary classifier per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Final class is selected by highest predicted probability.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multiclass-logi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1110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Pick the class with max P(y=k|x).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12  / 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S03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K-Nearest Neighbors (K-NN): Core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Instance-Based Learning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K-NN is an instance-based, non-parametric algorithm that classifies a sample using the majority class among its nearest neighbors.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Choose 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Compute distance to all training points.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Select K nearest points and apply majority voting.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knn-core-id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33090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No explicit training of a parametric model — the training set is the model.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13  / 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S03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K-NN: Choosing K and Distance 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Hyperparameters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K and the distance metric control the smoothness of the decision boundary.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Small K: lower bias, higher variance (sensitive to noise).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Large K: smoother boundary, may miss local structure.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Common metrics: Euclidean, Manhattan, Hamming.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knn-k-trad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13455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Use CV to choose K · scale numeric features before distance-based modeling.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14  / 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S03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K-NN: Strengths and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When to Use It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Strengths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Limitations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Simple and intuitive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Slow inference on large datasets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Effective on smaller, well-separated datasets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Curse of dimensionality in high-d spaces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Naturally supports multiclass classification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Needs feature scaling; sensitive to noise/imbalance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No training phase — lazy learning, simple baseline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Stores the full training set in memory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50799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58114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Great baseline when data is small and well scaled · weak when dimensions explode.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15  / 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S03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Decision boundaries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Topic 4 of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10972800" cy="3383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Decision boundaries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Content coming next — paste the teaching block when ready.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16  / 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S03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Threshold tuning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Topic 5 of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10972800" cy="3383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Threshold tuning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Content coming next — paste the teaching block when ready.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17  / 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