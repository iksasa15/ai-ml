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Classical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 — from labels to decision boundaries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After regression — learn models that predict class labels.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39896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Classical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7672" y="4617720"/>
            <a:ext cx="265176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4663440"/>
            <a:ext cx="26517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4617720"/>
            <a:ext cx="265176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4663440"/>
            <a:ext cx="26517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Logistic regression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0648" y="4617720"/>
            <a:ext cx="265176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4663440"/>
            <a:ext cx="26517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K-NN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5120640"/>
            <a:ext cx="265176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6" y="5166359"/>
            <a:ext cx="26517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boundaries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5120640"/>
            <a:ext cx="265176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5166359"/>
            <a:ext cx="26517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Threshold tuning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K-NN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boundaries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Threshold tuning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Classification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is a supervised learning task used to assign a new observation to a predefined category based on learned patterns from labeled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Output is a class label (e.g., 0/1, Yes/No).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Used in spam, diagnosis, fraud, and churn prediction.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assification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38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in → class label out. Probability models come next.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Logistic Regression: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Binary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Supervised binary classifier that estimates P(y=1|x) from features.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Outputs probabilities in [0, 1].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 label comes from applying a threshold later.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953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95344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Models features → log-odds of the positive class.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igmoid-thresh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11895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Maps a linear score to a probability via the sigmoid.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Not Linear Regression for Classification?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Motivation for Logistic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regression predicts continuous values rather than discrete classes.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Predictions can fall outside [0, 1] — invalid as probabilities.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natural, stable class boundary for labels.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inear-vs-logis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747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Sigmoid keeps outputs in [0, 1] and supports a clear cutoff.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Mapping and Decision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 turns the linear score z into a probability.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7180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3044952"/>
            <a:ext cx="5303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dcdb62d4707402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263858"/>
            <a:ext cx="5303520" cy="7051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2976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9768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Default cutoff: P ≥ 0.5 → class 1, else class 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8172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81728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τ is tunable for cost of false positives vs false negatives.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igmoid-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31189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Tune τ to business/clinical risk — covered in Threshold tuning.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Key Assumptions for Logistic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Assumptions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Works on log-odds — check independence, collinearity, and linearity in logit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ad53e801ff360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567" y="2880360"/>
            <a:ext cx="5624945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105655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05655"/>
            <a:ext cx="9875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Observations should be independent.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89703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9703"/>
            <a:ext cx="9875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Avoid severe multicollinearity among predictors.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73751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73751"/>
            <a:ext cx="9875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Relationship ≈ linear in the log-odds space.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Maximum Likelihood Estimation (MLE)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Logistic Regression Learns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Parameters β are chosen to maximize the likelihood of the observed labels.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curve is a different β (different likelihood).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Best fit: highest likelihood / lowest log-loss.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le-sigmoid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0204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Pick β that makes the observed labels most probable.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Logistic Regression: Strengths and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Strong baseline when classes are roughly linearly separable; weaker on complex shapes.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Strengths: interpretable odds, fast training, calibrated probabilities.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Limits: linear boundary; struggles with overlap / non-linear shapes.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reg-strength-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6506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 wiggly boundaries → polynomials, K-NN, or kernels.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Multiclass Extension of Logistic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Beyond Binary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Extend binary logistic regression to 3+ classes with Softmax or One-vs-All.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Softmax: one multinomial model for all classes.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One-vs-All: one binary classifier per class; pick max 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ulticlass-logis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11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Final label = argmax_k P(y=k|x).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K-Nearest Neighbors (K-NN):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Instance-Based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Non-parametric classifier: label by majority vote among the K nearest training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K and a distance metric.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Find K nearest neighbors; majority vote wins.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nn-core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3090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Lazy learner — the training set is the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K-NN: Choosing K and Distance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Hyperparameters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 and distance control how smooth the decision boundary 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K: flexible, noise-sensitive.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 K: smoother; may miss local structure.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nn-k-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345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Pick K with CV · scale features before distance modeling.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K-NN: Strengths and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It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Limitations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Simple and intuitive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 prediction on large datasets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Works well on small, separated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Sensitive to irrelevant features / imbalance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Native multiclass support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Curse of dimensionality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 training phase (lazy baseline)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Needs feature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72000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45152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Great baseline; watch cost at inference and high dimensions.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Boundaries Across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Geometry of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decision boundary is the surface where the predicted class flips — its shape depends on the model family.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Logistic: linear boundary in feature space (unless you add features).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K-NN: local, piecewise boundary that follows nearest neighbors.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953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95344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Kernel / RBF-like models: smooth curved boundaries.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ecision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66209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model flexibility to how classes are separated in the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S03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Threshold Tuning: Trading FP vs FN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Operating 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21408"/>
            <a:ext cx="5303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sigmoid gives P(y=1|x); τ turns that probability into a hard class label.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τ → more positives (↑ recall, ↑ false positives).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τ → fewer positives (↑ precision, ↑ false negatives).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953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95344"/>
            <a:ext cx="4754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Default τ = 0.5 is a starting point, not a law.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hreshold-tu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324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Set τ from costs: missed fraud ≠ false spam alarm.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