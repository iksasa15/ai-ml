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Stacked Nonlinear Transformations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layers.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several nonlinear transforms — hierarchical features, not one giant linear rule.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picks a loss, then adjusts weights with gradients so average loss drops.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network learns representations tuned to the task instead of hand-crafted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AI. Precise language beats “we used AI”.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377440"/>
            <a:ext cx="8442258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 “supervised DL with a CNN” — not just “AI”.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49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sits inside what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search, planning, ML, knowledge bases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 / LSTM, Transformers, autoencoders, GANs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 is a subfield of ML that uses stacked nonlinear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faster iteration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Need legal / causal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Tight CPU / edge latency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net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Always compare against strong baselines. DL must earn its complexity on validation metrics.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of Every Deep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neural network is the same three-part recipe, regardless of CNN vs RNN vs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Change one ingredient and the model’s behavior changes with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— What Each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which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beautiful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49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perceptron is the building block: weighted sum, plus bias, then an activation.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44e6077ffb255c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282" y="2852928"/>
            <a:ext cx="562551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 = sensitivity to each feature  ·  b = offset of the decision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moves w and b to lower the loss.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layer, the decision boundary in input space is a hyperplane — linear.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single perceptron is powerful but limited: it cannot solve XOR.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— Signal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Inputs → Weighted Sum →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input is multiplied by a weight, summed with bias b, then passed through 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ercept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z is the logit / pre-activation. a is what the next layer actually sees.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and strength of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49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Never use for weights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collapse / explosion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zeros out ~half the signal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Random init lets each unit specialize. Frameworks apply He / Xavier for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49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What Makes Depth Useful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f250a0955f8365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2266" y="2852928"/>
            <a:ext cx="70855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 maps to (0, 1) — good for probabilities; saturates and vanishes gradients.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 is zero-centered (−1, 1) — often nicer than sigmoid, still saturates.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 is the default hidden activation — cheap, and avoids vanishing on z &gt; 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ReLU (or GELU) in hidden layers; sigmoid / softmax at the output when you need probabilities.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Shape Controls Gradient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03120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Hidden Layers Are Necessary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XOR is not linearly separable: no single line separates the four corners.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377440"/>
            <a:ext cx="766866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49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is the core intuition for representation learning: change the space, then classify.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map, then a nonlinearity, producing new features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054" y="2852928"/>
            <a:ext cx="7327970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(ReLU)  ·  τ = output activation (softmax / linear)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= how many independent nonlinear features per layer.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= how many levels of composition (edges → textures → objects).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Universal approximation: one wide hidden layer can fit many functions. In practice, depth + inductive bias wins.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MLP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Input → Hidden →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lp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788" y="2103120"/>
            <a:ext cx="86725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Every arrow is a weight. Training is moving those arrows so the output matches the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49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Feed x through each layer in order. The last layer emits logits, then softmax if you need class probabilities.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loss tells the network what “wrong” means. Pick it from the output type.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89544d55532b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021" y="2852928"/>
            <a:ext cx="288803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Regression: quadratic penalty on residuals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MSE: continuous targets; outliers can dominate — Huber is a robust alternative.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Cross-entropy: predicted probabilities vs true class (often with logits + log-softmax).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Wrong loss → the model optimizes the wrong thing, even if the architecture is right.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by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Head + Loss Pairs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Implement classification losses in log-space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Gradients on the Computational Graph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from the scalar loss backward through every tensor.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852928"/>
            <a:ext cx="2049410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Reverse-mode autodiff — efficient when many weights feed one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op knows a forward and a backward rule (matmul, ReLU, …).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PyTorch / JAX / TensorFlow build this graph; you still debug shapes and saturation.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knowing which paths carry gradient and which activations flatten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Then Backward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Two Passes, One Update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Shared subexpressions: each edge is visited once on the way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49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/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Bad batch / mixed precision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Fixes stack: architecture + activation + init + normalization + optimizer.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optimizer turns a gradient into a weight update. Learning rate is the first knob to tune.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852928"/>
            <a:ext cx="313140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velocity to ride consistent directions and damp ravines.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adapts the step per parameter from recent gradient magnitude — a robust default.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SGD+momentum is still common in vision. Adam is the usual start for MLPs and Transformers.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 Cheat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Which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−gradient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a fraction of the previous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many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Per-parameter adaptive rates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for text / tabular / 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LR is usually more important than switching optimizer too early.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Activations, Speed Up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BN normalizes each channel across the mini-batch, then learns a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52928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Stabilizes internal activations and allows a higher learning rate.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Layer Norm normalizes across features per example — standard in Transformers and RNNs.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BN uses batch statistics at train time and running averages at inference.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See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a tensor H×W×3 (RGB). Meaning lives in local neighborhoods, not isolated pixels.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patches reveal edges; larger context reveals objects — 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Preprocess: resize, crop, normalize (often ImageNet mean/std), then augment.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 input is typically Batch × C × H × W fed into stem convolutions.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 the loss never states explicitly.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kernel is a small learnable matrix (often 3×3). Multiple kernels produce a stack of feature maps.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77440"/>
            <a:ext cx="9243946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Classical Sobel filters are fixed. CNNs learn task-specific filters from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Neighborhood, Stride, Border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(3×3 is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 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(same) or control the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Channels / filters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distinct patterns this layer can detect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stacks widen the receptive field: early ≈ edges; late ≈ object parts.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Conv–Pool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Downsampling,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standard CNN alternates convolution, ReLU, and pooling, then a fully connected 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10607040" cy="3639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Max-pool keeps the strongest local response and shrinks the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 F(x), Keep an Identity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connections let gradients flow backward through identity — this is how 100+ layer nets train.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852928"/>
            <a:ext cx="3189906" cy="8686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block learns the residual F; x is copied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scale + ReLU + dropout + GPUs on ImageNet.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residual mapping F(x)+x; skip paths help gradients.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F learns zero, the block still acts as identity — easier than learning identity from scratch.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49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Shortcut Around the Convolutions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03120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add node is why early layers still receive a usable gradient.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49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Pretraining on ImageNet learns general filters you can reuse on a smaller target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377440"/>
            <a:ext cx="10235785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Freeze the backbone when data is scarce; fine-tune top blocks when you have more labels.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49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Recipe by Dataset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Much of the Backbone to Touch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cuts labeled-data need and wall-clock time on most vision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49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Underfit, Fit, Overfit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gap between train and validation loss tells you whether to add capacity or add constraint.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377440"/>
            <a:ext cx="888007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49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to Do in Each Regime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Capacity vs Constraint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weight decay,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Fix underfitting before celebrating a tiny training loss.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49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Generalize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is how we stop the network from memorizing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9837" y="2377440"/>
            <a:ext cx="7930404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dropout OFF at inference (model.eval()) so predictions are deterministic.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Levers You Will Use Together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 inference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 hidden units (p ≈ 0.2–0.5)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Stop at lowest validation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— checkpoint the best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Dropout is an implicit ensemble. Weight decay is a smoothness prior. Early stopping is free.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Text, audio, and sensors have order. Shuffling them destroys meaning.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852928"/>
            <a:ext cx="701081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weights at every timestep  ·  hₜ is a running memory of the past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Parameter sharing across time is efficient — but long sequences multiply Jacobians.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RNNs struggle with long-range dependencies (vanishing / exploding gradients).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Backprop through 50 steps ≈ multiplying a matrix 50 times.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Unfolded Through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Rolled Cell = Shared Weights Across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103120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Cannot fully parallelize timesteps — each hₜ waits on hₜ₋₁.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49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LSTM adds a cell state cₜ with an additive path, so signal can travel many steps without vanishing.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46" y="2377440"/>
            <a:ext cx="9957987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GRU is a simpler cousin (two gates). Transformers later replace recurrence with attention.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Each Gate Controls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Forget  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Input  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  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cell is the highway; the gates are the on-ramps and off-ramps.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49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49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