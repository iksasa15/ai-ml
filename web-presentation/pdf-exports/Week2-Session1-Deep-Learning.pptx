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82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82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82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52928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82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82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82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82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03120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82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82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82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82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82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82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48374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82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82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82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82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2852928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82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82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52928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82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03120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82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82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82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66160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82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82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82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103120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82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82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86152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82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moves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82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82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82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03120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82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82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82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52928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82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52928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82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82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167128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844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844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82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82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82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82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82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82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82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103120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82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82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82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82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82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67128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82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82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ture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742" y="2103120"/>
            <a:ext cx="80659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scaling: features brought to a comparable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82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Batch Norm (BN): normalizes activations across the mini-batch for each channel, then learns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stabilizes internal activations, allowing higher learning rates and reducing dependency on precise initialization.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Alternative is Layer Norm (LN) which normalizes across features per example—standard in Transformers and sequence models.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82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Normalization dimension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Batch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batch and spatial dimensions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 classifiers, ResNets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Layer Norm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features for a single token/example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Transformers, RNNs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82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Images have 2D locality and translation symmetry—convolutions exploit shared weights across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Sequences have order—recurrence, causal convolutions, or attention carry context across time or 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Choosing the right inductive bias beats blindly scaling the wrong architecture.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82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Modality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structure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Representative layers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Image / video frames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Spatial grids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Conv2D, pooling, residual blocks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Text / speech / sensors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Ordered tokens or time steps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RNN/GRU/LSTM, causal conv, self-attention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82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usually a tensor of shape H×W×3 (RGB); each entry is an intensity discretized into 8 bits (0–255) before normalization.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lives in local neighborhoods: small patches reveal edges; larger contexts reveal objects—hierarchical composition.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82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n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33" y="2103120"/>
            <a:ext cx="945821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82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82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82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82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82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82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82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82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Randomly zero out hidden units during training with probability p (e.g., 0.2-0.5) so neurons cannot co-adapt.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56371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82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 acts as a powerful implicit ensemble method; disabled during inference (evaluation mode).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 Decay (L2 regularization): adds a penalty to the loss proportional to the squared sum of weights to keep weights small and smooth.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stopping: monitor validation loss during training and stop when it ceases to improve for a certain number of epochs (patience).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82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Inference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drops connections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Halts training at lowest val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(model is checkpointed)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82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82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82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82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  /  82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81  /  82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82  /  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