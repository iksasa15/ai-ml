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377440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52928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= pick a loss that measures mistakes, then adjust weights with gradients so average loss drops on data (generalization to unseen data is the real goal).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Unlike fixed pipelines of hand-crafted features, the network learns representations that are tuned to the task (edges → textures → parts → objects in vision, etc.).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Transformer, …)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for your task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what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three. Change one, and the model’s behavior changes with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strong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Artificial intelligence (AI): the broad field—rules, search, optimization, learning, planning—anything that aims at intelligent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Machine learning (ML): a subfield of AI where behavior improves from data via a learning algorithm (not only hand-written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(DL): a subfield of ML using deep neural networks—multiple learned nonlinear layers; representation learning is central.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103120"/>
            <a:ext cx="8442258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classical search, ML, knowledge bases,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RNNs/GRU/LSTM, Transformers, GANs, VAEs,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Saying “we used AI” is vague; “we used supervised DL with a CNN” is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DL is strongest when: large data (or strong pre-training), high-dimensional raw inputs (images, text, speech), and compositionality you want learned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 twice when: tiny tabular datasets, strict interpretability requirements, tight latency on CPU without optimization, or simple baselines already solve the problem.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Always compare against strong baselines (logistic regression, gradient boosting, k-NN on engineered features)—DL must earn its complexity on validation metrics you care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Large labeled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 iteration, 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Need causal or legal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Plenty of GPUs + big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Larger nets + careful 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Capacity + regularization can scale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Edge device, millisecond latency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models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weighted sum plus bias, then an activation. The output can be used as-is or passed onward.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3e5fa6026bd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48374"/>
            <a:ext cx="5303520" cy="704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ŷ = a (or further processing)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rcep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Affine part (see formula above): z is the weighted sum of inputs plus b—each xᵢ is multiplied by wᵢ.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bias b shifts the decision boundary (same orientation, normal w); it does not rotate the separating hyperplane.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adjusts w and b so that on labeled data the loss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 and a monotonic activation, the decision boundary in input space is linear (a hyperplane)—powerful but limited.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training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+ strength of sensitivity to each feature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all weights in a layer start equal (especially zero), every hidden unit receives the same gradient and stays identical forever—symmetry never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initialization makes each unit walk a different path in parameter space so they can specialize as feature detectors.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Frameworks use He (Kaiming) for ReLU and Xavier (Glorot) for Tanh to keep activation scale stable.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(Kaiming) for ReLU: variance = 2 / n_in. Xavier (Glorot) for Tanh: variance = 2 / (n_in + n_out).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0a02dc09b771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964" y="2852928"/>
            <a:ext cx="624015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Keep activation scale stable across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matches ReLU, which zeros out about half the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Xavier matches Sigmoid / Tanh, which are symmetric around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identical; no representation diversity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None (always avoid for weights)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or exploding variance across layers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 activations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drop due to ReLU zeroing out half the signals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 activations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05de0967a2252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559" y="2852928"/>
            <a:ext cx="8520961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gmoid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96" y="2103120"/>
            <a:ext cx="5808886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f(x)=1/(1+e^{−5x}) vs g(x)=1/(1+e^{−10x})  ·  tanh(x) is zero-centered, range (−1,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Sigmoid: maps inputs to (0, 1)—useful for probabilities, but suffers from vanishing gradients when z is very large or very small (saturation).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Tanh: zero-centered, maps inputs to (-1, 1)—often nicer than sigmoid for hidden layers but still saturates.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ReLU: modern default for deep stacks—cheap to compute, avoids vanishing gradient on positive domain; leaky ReLU / ELU are variants.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(0, 1)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 classification output layer, gating networks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(-1, 1)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layers (recurrent networks)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[0, ∞)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choice for hidden layers in MLPs and 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threshold τ = 0.5 splits class 0 from class 1 on the sigmoid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fe500b6844ed3f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67" y="3566160"/>
            <a:ext cx="206070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 class 1 when σ(z) ≥ 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275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is not linearly separable in the 2D input plane: no single line separates class 1 from class 0 on the four corners.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single perceptron computes a half-space; XOR requires nonlinear mixing of inputs—exactly what a hidden layer provides.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units reparameterize inputs into a space where the task becomes linearly separable—this is the core intuition for representation learning.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103120"/>
            <a:ext cx="766866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Hidden units reparameterize the inputs so XOR becomes linearly separable.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layer: affine map + nonlinearity → features h. Output: another affine map + 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86152"/>
            <a:ext cx="5303520" cy="6286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 ·  τ = output activation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p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97185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moves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 followed by a nonlinearity, producing new features h as functions of the original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(units per layer) and depth (number of layers) trade off capacity, data needs, compute, and optimization difficulty.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approximation (broad strokes): one sufficiently wide hidden layer can approximate many continuous functions on compact domains—in practice depth + inductive bias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controls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Hidden width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independent nonlinear features per layer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Depth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levels of composition (edges→textures→…)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Skip / residual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Ease of optimization in very deep 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n-for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588" y="2103120"/>
            <a:ext cx="82289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Edge thickness reflects weight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pass: feed input x through each layer in order—compute logits or scores at the end (then softmax for class probabilities if needed).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Implementation-wise this is a computational graph: each op (matmul, ReLU, …) knows how to propagate values forward.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repeats forward passes on mini-batches for efficiency and gradient noise that can help generalization.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Output carries…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Linear: z = Wx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Weighted sum at each unit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Activation: a = f(z)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feature for next layer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Repeat / head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logits or regression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10607040" cy="36399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— Mean Squared Error (MSE)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dcfce770c866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708" y="2852928"/>
            <a:ext cx="246666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Penalizes large errors heavily (quadratic); differentiable everywhere—classic for continuous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Assumes Gaussian-like noise in a probabilistic story; outliers can dominate—Huber loss is a robust alternative.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— Cross-entropy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1a6e27e4f37f6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97" y="2852928"/>
            <a:ext cx="29074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Compares predicted probabilities p̂ to the true distribution (one-hot or soft labels).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Pairs naturally with softmax at the output; gradients are well-behaved when implemented in log-space.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167128"/>
            <a:ext cx="2049410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844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844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systematically: compute adjoints ∂L/∂ each intermediate tensor from outputs backward.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Forward computes predictions. Backward carries ∂L/∂w along every path.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Reverse-mode autodiff (backprop) is efficient when many parameters feed one scalar loss—exactly the neural net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Modern frameworks (PyTorch, JAX, TensorFlow) build the graph (explicit or traced) and implement this reliably—you still debug shapes, numerical stability, and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Shared subexpressions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forward values reused; backward visits each edge once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Topological order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Visit nodes after their successors—dynamic programming on the graph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is about the art of training: diagnosing fit, controlling gradients, picking optimizers, normalizing, and regularizing.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models are not only “big”—they match capacity to data, monitor validation faithfully, and fail visibly when something is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Layer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SGD, Adam,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Stabilization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Norm, residual paths, initialization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Dropout, weight decay, 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both train and validation error stay high—the model is too simple, features are insufficient, or optimization is stuck (LR too low, wrong loss).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fit: train and validation errors are both low and track each other; small gap is normal if train is slightly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train error keeps dropping while validation worsens or plateaus badly—the model memorizes idiosyncrasies (noise, augment leakage).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103120"/>
            <a:ext cx="888007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 / 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train, higher LR (carefully)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 gap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wd, simpler model,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Vanishing: backprop multiplies many factors &lt; 1 (saturated sigmoid/tanh, poor init)—early layers get tiny updates and learn slowly.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Exploding: repeated factors &gt; 1 or large weights produce huge parameter updates—loss spikes, NaNs.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Fixes are layered: architecture (residual paths), activations (ReLU), initialization (He/Xavier), normalization (BN/LN), and optimization (clipping).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through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loss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 but real—mixed precision, bad data batch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updates in a velocity vector to dampen oscillations in ravines and accelerate along consistent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tracks both first-moment (momentum) and second-moment (recent squared gradients) of gradients to adapt learning rates per parameter.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is often preferred in computer vision for generalization, while Adam is the default starting point for Transformers and general MLPs.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167128"/>
            <a:ext cx="3131409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negative gradient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fraction of previous step direction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Adapts learning rate per parameter based on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Robust default for text/tabular/MLPs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Activations, Speed Up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BN normalizes each channel across the mini-batch, then learns a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Stabilizes internal activations and allows a higher learning rate.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Layer Norm normalizes across features per example — standard in Transformers and RNNs.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BN uses batch statistics at train time and running averages at inference.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See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a tensor H×W×3 (RGB). Meaning lives in local neighborhoods, not isolated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patches reveal edges; larger context reveals objects — 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Preprocess: resize, crop, normalize (often ImageNet mean/std), then augment.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 input is typically Batch × C × H × W fed into stem convolutions.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 the loss never states explicitly.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kernel is a small learnable matrix (often 3×3). Multiple kernels produce a stack of feature 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Classical Sobel filters are fixed. CNNs learn task-specific filters from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Neighborhood, Stride, Border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(3×3 is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 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(same) or control the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Channels / filters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distinct patterns this layer can detect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stacks widen the receptive field: early ≈ edges; late ≈ object parts.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Generalize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is how we stop the network from memorizing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837" y="2377440"/>
            <a:ext cx="7930404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dropout OFF at inference (model.eval()) so predictions are deterministic.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Levers You Will Use Together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 inference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 hidden units (p ≈ 0.2–0.5)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Stop at lowest validation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— checkpoint the best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Dropout is an implicit ensemble. Weight decay is a smoothness prior. Early stopping is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