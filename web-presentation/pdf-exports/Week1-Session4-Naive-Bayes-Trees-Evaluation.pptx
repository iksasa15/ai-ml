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Classical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Bayes, trees, and evaluation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After classification basics — probabilistic models, trees, and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70247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659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Classical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Bayes, Trees,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00600"/>
            <a:ext cx="2212848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22128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Naive Bayes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9504" y="4800600"/>
            <a:ext cx="2542032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4846320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trees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59552" y="4800600"/>
            <a:ext cx="2432304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9552" y="4846320"/>
            <a:ext cx="2432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Random Forest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48006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4846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Precision / recall / 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Naive Bayes, Trees,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Naive Bayes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Decision 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Precision / recall / 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Naive Bayes: Bayes'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Core Probability Rule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Bayes’ theorem updates our belief about A after observing evidence 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-f1159d9bf5d8ff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1" y="2852928"/>
            <a:ext cx="3214116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Posterior ∝ Likelihood × Prior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P(A|B): posterior probability after observing evidence 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908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P(A): prior belief before seeing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1149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1149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P(B|A): likelihood of evidence if class A is true.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P(B): evidence probability (normalization term). This theorem updates beliefs when new evidence appears.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Bayes’ Theorem — Visual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Core Probability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Prior × Likelihood → Posterior (normalized by evidence).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yes-theor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911" y="2377440"/>
            <a:ext cx="7092257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Same rule as the formula slide — different view of the update.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Is It Called 'Naive'?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Conditional Independence Assumption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Naive Bayes assumes features are conditionally independent given the class label.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Simplifies parameter estimation and speeds up training.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Works well in text classification and high-dimensional sparse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Can still perform well even when independence is not fully true.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naive-indepen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39106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When comparing classes for the same X, P(X) is constant and can be ignored.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Naive Bayes: Practical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Variants &amp; Implementation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Variant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Data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Key Idea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Gaussian NB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Continuous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Each feature ~ Gaussian given the class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Multinomial NB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Count-based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Common for document word counts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Bernoulli NB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Binary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Presence/absence features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Handle zero-frequency with smoothing (e.g., Laplace). Scale/preprocess by feature type and variant.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Tree Classification (CART)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Recursive Partitioning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Decision Tree Classification predicts class labels by recursively splitting feature space into purer class regions.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Internal nodes represent feature-based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Branches represent decision outcomes.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Leaf nodes output final class prediction.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ecision-tree-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56455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Decision Tree Split · Root → branches → leaf nodes · split by feature threshold.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Splits Are Chosen in Classification Trees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Gini · Entropy · Information Gain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Splits are chosen greedily to maximize information gain.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-5a55dad14e604a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147" y="2852928"/>
            <a:ext cx="4001784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Gini / Entropy measure impurity — lower is better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Choose the split that best separates classes at each node.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908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Stop splitting using rules like max depth or minimum samples.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1149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1149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Gini impurity and entropy measure node purity — lower is better.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Better splits reduce impurity and increase class purity in child nodes.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Tree: Classification vs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Same Structure · Different Objectives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Aspect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Classification Tree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Regression Tree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Target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Categorical class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Continuous value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Split criterion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Gini / Entropy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MSE / MAE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Leaf output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Class label or class probability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Numeric mean/median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Both use recursive partitioning (Root → branches → leaves) but optimize different objectives.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Gini Impurity and 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Node Purity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Gini (CART default) and entropy both measure node impurity — lower is better.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ini-entropy-formu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391" y="2377440"/>
            <a:ext cx="8219297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Better splits reduce impurity and increase class purity in child nodes.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Random Forest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Ensemble Learning by Bagging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Train many trees on bootstrap samples, then combine predictions by majority vote.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508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f-b10654a0a3bf6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3690627"/>
            <a:ext cx="5303520" cy="6197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48055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Majority vote across T trees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64607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64607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Sample bootstrap data and train many trees.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85231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1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Each tree predicts a class for the new sample.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andom-forest-ensem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23775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Final class = majority vote (mode). Regression RF uses the mean instead.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Random Forest Often Outperforms a Single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Bias–Variance Tradeoff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Property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Single Decision Tree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Random Forest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Variance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Lower (averaging effect)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Overfitting risk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Interpretability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Moderate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Predictive robustness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Sensitive to data noise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More stable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Bagging + feature randomness → less variance without much extra bias.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Classification Errors: FP and FN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Error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Not all mistakes are equal — False Positives and False Negatives carry different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False Positive (Type I): predict positive, actual is negative.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False Negative (Type II): predict negative, actual is positive.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Error impact depends on domain costs (healthcare vs spam).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p-fn-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41120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 evaluation should consider error trade-offs, not accuracy alone.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Confusion Matrix and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Actual vs Predicted Counts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Confusion matrix counts TP, FP, FN, TN — Accuracy is overall correctness.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508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f-19ea1c831d7b7b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317" y="3566160"/>
            <a:ext cx="4880803" cy="8686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48055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Correct predictions ÷ all predictions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64607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64607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TP / TN: correct positives / negatives.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85231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1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FP / FN: false alarms / missed detections.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nfusion-matrix-accura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297531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High accuracy can hide poor minority-class performance when data is imbalanced.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Confusion Matrix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Metric Meanings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Metric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Correctly predicted positives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Correctly predicted negatives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Incorrectly predicted positives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Incorrectly predicted negatives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These four counts are the building blocks of precision, recall, and F1.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Precision, Recall, and F1-Score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Beyond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Precision and recall trade off · F1 balances both when classes are imbalanced.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cision-recall-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970" y="2377440"/>
            <a:ext cx="7252139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 F1 especially when class distribution is imbalanced.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18  /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