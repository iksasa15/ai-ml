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Classical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Bayes, trees, and evaluation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After classification basics — probabilistic models, trees, and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70247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Classical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Bayes, Trees,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212848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2128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Naive Bayes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9504" y="4800600"/>
            <a:ext cx="2542032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9504" y="4846320"/>
            <a:ext cx="25420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9552" y="4800600"/>
            <a:ext cx="2432304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552" y="4846320"/>
            <a:ext cx="2432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Random Forest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Precision / recall / 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Naive Bayes, Trees,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Naive Bayes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Forest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Precision / recall / 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Naive Bayes: Bayes'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Core Probability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Bayes’ theorem updates our belief about A after observing evidence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f1159d9bf5d8ff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1" y="2852928"/>
            <a:ext cx="321411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Posterior ∝ Likelihood × Prior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P(A|B): posterior probability after observing evidence 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P(A): prior belief before seeing evidence.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114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P(B|A): likelihood of evidence if class A is true.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P(B): evidence probability (normalization term). This theorem updates beliefs when new evidence appears.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Bayes’ Theorem — Visual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Core Probability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Prior × Likelihood → Posterior (normalized by evidence).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yes-theor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8911" y="2377440"/>
            <a:ext cx="709225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rule as the formula slide — different view of the update.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Is It Called 'Naive'?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Conditional Independence Assumption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Naive Bayes assumes features are conditionally independent given the class label.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Simplifies parameter estimation and speeds up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Works well in text classification and high-dimensional sparse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Can still perform well even when independence is not fully true.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aive-in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06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comparing classes for the same X, P(X) is constant and can be ignored.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Naive Bayes: Practical Notes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Variants &amp; Implementation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Variant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Data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Gaussian NB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Continuous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Each feature ~ Gaussian given the 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Multinomial NB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Count-based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Common for document word counts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Bernoulli NB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Binary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Presence/absence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Handle zero-frequency with smoothing (e.g., Laplace). Scale/preprocess by feature type and variant.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Classification (CART)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Recursive Partitioning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 Classification predicts class labels by recursively splitting feature space into purer class regions.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Internal nodes represent feature-based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Branches represent decision outcomes.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Leaf nodes output final class prediction.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ecision-tree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5645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 · Root → branches → leaf nodes · split by feature threshold.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Splits Are Chosen in Classification Trees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Gini · Entropy · Information Gain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Splits are chosen greedily to maximize information gain.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5a55dad14e604a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4147" y="2852928"/>
            <a:ext cx="400178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Gini / Entropy measure impurity — lower is better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the split that best separates classes at each node.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splitting using rules like max depth or minimum samples.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114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Gini impurity and entropy measure node purity — lower is better.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Better splits reduce impurity and increase class purity in child nodes.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Tree: Classification vs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Structure · Different Objectives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Classification Tree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Regression Tree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Target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Categorical 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Continuous value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Split criterion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Gini / 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MSE / MAE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Leaf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 label or class probability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 mean/median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use recursive partitioning (Root → branches → leaves) but optimize different objectives.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Gini Impurity and 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Node Purity Measures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Gini (CART default) and entropy both measure node impurity — lower is better.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ini-entropy-formu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391" y="2377440"/>
            <a:ext cx="821929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Better splits reduce impurity and increase class purity in child nodes.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Random Forest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Ensemble Learning by Bagging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many trees on bootstrap samples, then combine predictions by majority vote.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b10654a0a3bf6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90627"/>
            <a:ext cx="5303520" cy="61974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Majority vote across T trees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Sample bootstrap data and train many trees.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tree predicts a class for the new sample.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andom-forest-ensem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37755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Final class = majority vote (mode). Regression RF uses the mean instead.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Random Forest Often Outperforms a Single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Bias–Variance Tradeoff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Single Decision Tree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Random Forest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Variance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 (averaging effect)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 risk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Interpretability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Predictive robustness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Sensitive to data noise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stable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Bagging + feature randomness → less variance without much extra bias.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Classification Errors: FP and FN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Error Types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Not all mistakes are equal — False Positives and False Negatives carry different costs.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False Positive (Type I): predict positive, actual is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False Negative (Type II): predict negative, actual is positive.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Error impact depends on domain costs (healthcare vs spam).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p-fn-err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41120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evaluation should consider error trade-offs, not accuracy alone.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S04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Confusion Matrix and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Actual vs Predicted Counts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Confusion matrix counts TP, FP, FN, TN — Accuracy is overall correctness.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19ea1c831d7b7b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317" y="3566160"/>
            <a:ext cx="4880803" cy="8686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Correct predictions ÷ all predictions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TP / TN: correct positives / negatives.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FP / FN: false alarms / missed detections.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nfusion-matrix-accura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97531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High accuracy can hide poor minority-class performance when data is imbalanced.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