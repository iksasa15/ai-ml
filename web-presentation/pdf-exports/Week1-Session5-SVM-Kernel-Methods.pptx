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and kernel methods for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trees and metrics — maximum-margin classifiers and kernels.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00600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Classical ML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· Kernel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Margin maximization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2322576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232257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Kernel trick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87568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87568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75904" y="4800600"/>
            <a:ext cx="243230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4846320"/>
            <a:ext cx="2432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vs RBF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SVM · Kernel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Margin maximization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 trick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Support vectors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vs RBF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Maximum Margin Classifier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 is a supervised method that finds the best separating boundary (hyperplane) between classes.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maximizes the margin between classes.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Only support vectors (closest points) determine the boundary.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larger margin usually improves generalization.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vm-maximum-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983" y="2194560"/>
            <a:ext cx="4015432" cy="3429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Maximum Margin · widest gap between classes · support vectors define the margin.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SVM Classification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New points are classified by the side of the hyperplane they fall 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57e0b81072ad6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600" y="2852928"/>
            <a:ext cx="660487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f(x)&gt;0 → class +1 · f(x)&lt;0 → class 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Hard margin: no misclassification allowed (strict separation).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Soft margin: allows violations for better robustness with overlap/noise.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SVM adds penalty C to control the margin–violation tradeoff.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SVM Is Powerful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SVM Shines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Capability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 Matters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Maximum-margin principle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robustness to small perturbations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support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non-linear class boundaries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High-dimensional performance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Works well in text and sparse feature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Common in text/image features · often effective on small-to-medium datasets. Support vectors define the margin.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Kernel Trick: From Non-Linear to Linear Separation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Mapping Without Explicit φ(x)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data is not linearly separable in original space, SVM uses kernel functions to separate it in a transformed feature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Avoids explicit high-dimensional mapping in many cases.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Computes similarity using kernel function K(xᵢ, xⱼ).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kernel-tri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2794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 with K(xᵢ, xⱼ) = ⟨φ(xᵢ), φ(xⱼ)⟩ instead of building φ(x) by hand.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Kernel Similarity K(xᵢ, xⱼ)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Kernel Trick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Avoids explicit high-dimensional mapping · computes similarity with K(xᵢ, xⱼ).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rnel-simi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1925" y="2377440"/>
            <a:ext cx="5706229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decision depends on kernel similarities to support vectors — not on building φ(x).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RBF Kernel in SVM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Gaussian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RBF measures how close x is to a landmark lᵢ — a common default for non-linear SVM.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4e5138a8efa3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1568" y="2852928"/>
            <a:ext cx="3386943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40480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Close to lᵢ → K≈1 · far → K≈0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702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702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x is close to landmark lᵢ, similarity is near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087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9087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x is far, similarity approaches 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114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114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RBF is a common default for non-linear SVM.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Effect of σ: large → smoother, wider boundary (higher bias) · small → tighter, complex boundary (higher variance).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Sigma (σ) in RBF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Bias–Variance of the Kernel Width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σ controls how far a landmark’s influence reaches.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 sigma: smoother, wider decision boundary (higher bias).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sigma: tighter, complex boundary (higher variance / overfitting risk).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bf-sigma-eff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0838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σ (or gamma) with cross-validation together with 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SVM Kernels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K(xᵢ, xⱼ)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Notes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Linear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High-dimensional sparse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interpretable margin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RBF (Gaussian)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General non-linear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baseline in many tasks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Polynomial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Polynomial-like interactions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Degree controls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Neural-style boundary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common in practice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Linear (text/sparse) or RBF (general). Support vectors still define the margin.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SVM / When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 SVM When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Avoid SVM When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Data is high-dimensional or moderately sized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Dataset is very large (training can be expensive)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Classes are reasonably separable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Data is extremely noisy with weak class structure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You need non-linear boundaries via kernels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Kernel matrix becomes too costly (features × samples)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0325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056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Use: medium data, clear margin, high-dim text · Avoid: massive data, heavy noise without tuning.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Vectors — Why They Matter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Sparse Decision Boundary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Only the points on (or inside) the margin shape the SVM — the rest can be removed without changing the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Support vectors define the margin edges.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depends on a sparse subset of training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47548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non-support points usually leaves the model unchanged.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vm-maximum-mar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983" y="2194560"/>
            <a:ext cx="4015432" cy="3429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Wider margin · fewer influential points · often better generalization.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S05  ·  Classical 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SVM vs Logistic Regression vs K-NN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Comparison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0574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SVM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Logistic Regression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K-NN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Primary task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Classification (and SVR)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Non-linearity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Yes, with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Limited in linear form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(distance-based)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Compute profile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heavy on large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efficient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Heavy at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Best for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Complex margins, high-dim spaces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interpretable baseline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Local neighborhood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0799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8114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LogReg: probabilities + τ=0.5 · SVM: max-margin · K-NN: local votes.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