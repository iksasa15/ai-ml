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Week 2  ·  Session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يا شباب مرحبا. هذي جلسة الأسبوع الثاني: Deep Learning.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الأسبوع الماضي خلّصنا التعلّم الآلي الكلاسيكي — انحدار وتصنيف وأشجار وSVM. الحين نبي نكدّس طبقات غير خطية فوق بعض، مو نموذج واحد ضحل.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بنمشي أربع مراحل: أساس العصبون، بعدين التدريب، بعدين معماريات الصورة والتسلسل، وآخر شي الترميز التلقائي.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المعمل في المجلد code/15- Deep Learning. الشرائح قدامكم بالإنجليزي، وأنا أشرح بالعربي — زين؟ خلونا نبدأ.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تفتح الجلسة بالتفاصيل. ثبّت الزمن والمجلد من أول دقيقة.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 إن «عميق» يعني ChatGPT أو سحر. اليوم: خلية، طبقة، تدرج، بعدين CNN وRNN.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أحد سأل عن GPT من البداية: قل له يجي لاحقاً، الحين نبي الأساس.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01  /  106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Week 1 classical ML is done — now stacked nonlinear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يا شباب شوفوا الخريطة. الأسبوع الأول خلّص الكلاسيك. اليوم احنا في S7: Deep Learning — هذي محطتنا.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الأسبوع الثالث NLP والرابع GenAI يبنون على اللي نثبّته الحين: تمثيل هرمي، مرور أمامي وخلفي، وتنظيم عشان النموذج يعمّم.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الجملة اللي أبيها تبقى في بالكم: أسبوع 1 نماذج ضحلة نسبياً. اليوم نركّب تحويلات غير خطية فوق بعض.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تطوّلوا في أسابيع ما جت؛ بس عرفوا وين واقفين.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S7 باللي قبله بجملة واحدة وبعدين انتقل. لا تسهب في أسبوع 3 و4.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 ٣٠ ثانية: خل واحد يشير لـ S7 ويقول وش تغيّر بعد الأسبوع الأول.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صمتوا: أنت قول الجملة وخلهم يكررونها.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106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Neural Networks · CNNs · RNNs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زين يا شباب، الحين ندخل قسم التعلّم العميق. المحاور على الشريحة: مقدمة، شبكات، بيرسبترون وMLP، انتشار خلفي، CNN، بعدين RNN والتنظيم.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وقفة انتقال مو درس. خذوا نفس — بعدها الأجندة وبعدين أول رسم للشبكة.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تفتحون لابتوب إلا وقت المعمل. نبي العين على الشاشة شوي.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وقفة انتقال. اطلب إغلاق اللابتوبات إلا عند المعمل.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تشرح أي معادلة هنا؛ الهدف يعرفون إننا نغيّر «القسم».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عشر ثواني صمت أحسن من شرح زايد.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106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Neural Networks · CNNs · RNNs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يا شباب مسار الجلسة ستة مواضيع بهالترتيب: وش هو Deep Learning، ليش العمق ينفع، العصبون وMLP، الانتشار الخلفي والتدريب، الشبكات الالتفافية، بعدين التسلسل والتنظيم.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الترتيب مقصود. لا تقفزون لـ CNN قبل ما نفهم z = w·x + b وليش نحتاج غير الخطية بين الطبقات.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كل مرحلة لها محطة في المعمل code/15- Deep Learning. خلّوا هالجملة: الأساس أول، المعمارية بعدين.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Transformers بالتفصيل مو اليوم — تجي في أسابيع لاحقة.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ذكّرهم بالمجلد مرة ثانية بهدوء.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تعد بتغطية Transformer اليوم.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اسأل ليش CNN مو أول شريحة — الجواب: نبي الخلية أول.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106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Learning: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→ Optimization → Architectures → Autoencoders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كل مرحلة تجاوب سؤال مختلف، مو نفس السؤال بأربع عناوين.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المرحلة 1: وش يحسب العصبون وليش نكدّس الطبقات. المرحلة 2: كيف التدريب يبقى ثابت ويعمّم. المرحلة 3: أي معمارية للصورة وأيها للتسلسل. المرحلة 4: إعادة البناء والتوليد البسيط.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شوفوا الرسم مع النقاط: أربع مراحل، وعند كل حد نوقف مثل المعمل.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يعني لا تستعجلون التكبير قبل ما تفهمون الخلية الواحدة.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التركيز في البداية على «ليش» ورياضيات الخلية قبل المقياس.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الخلط بين المرحلة والمختبر. المرحلة إطار في الراس؛ المختبر تطبيق.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خل واحد يلخّص الأربع أسئلة بجملة واحدة.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106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Learning: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Four phases, four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يا شباب هذي خريطة المراحل الأربع. اقرأوها كأسئلة مو كعناوين كتاب: أساس، تحسين، معمارية، بعدين ترميز تلقائي.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احنا الحين في المرحلة 1. وكل ما نبدأ مرحلة نرجع لهالرسم عشان ما يضيع الخيط.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تحفظون الأسماء — احفظوا السؤال اللي كل مرحلة تبيه.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زين، وين واقفين الحين؟ تحت، في الأساس.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امشِ بإصبعك على الرسم: وين احنا؟ المرحلة 1.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جملة واحدة تصف سؤال المرحلة 2 — استقرار وتعميم، مو معمارية جديدة.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قالوا CNN هنا صحّح بهدوء.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106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1: Foundations &amp; Neural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depth, neurons, and forward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المرحلة 1 حوالي ٤٥ دقيقة: حدس قبل ما نكبر المقياس. نبي تقدرون تشرحون وش يحسب العصبون وليش التكديس يعطي ملامح هرمية.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المواضيع: بيرسبترون، دوال التنشيط، MLP، المرور الأمامي، ودالة الخسارة.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شرط الخروج مكتوب على الشريحة: اشرحوا z = w·x + b، وقولوا ليش لازم غير خطية بين الطبقات.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قدرتوا على هالجملتين، المرحلة 1 تمام.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ابدأ برسم البيرسبترون بعدين مرور أمامي واحد على السبورة.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اسأل لاحقاً: ليش خط واحد ما يحل XOR؟ بعد شريحة الخسارة دقيقة نقاش ثنائي.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تطوّل في تاريخ الشبكات.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106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1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depth, neurons, and forward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يا شباب الجدول أجندة المرحلة، مو قائمة حفظ للاختبار.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الصف 1: وش تحسب الطبقة؟ الصف 2: كيف يمشي الاستدلال في الرسم؟ الصف 3: وش الشي اللي نحسّنه؟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ضاعت دقيقة ارجعوا لهالجدول. هو البوصلة.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الصف الثالث يربط الخسارة بالتدرج — هذي الجملة بنكررها كثير اليوم.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امشِ كل صف في حوالي دقيقة.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خل متطوع يربط الصف الثالث بـ «الخسارة بعدين التدرج».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 تفاصيل Adam الحين.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106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What Is Deep Learning?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Definition in One Sentence — Then the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جملة واحدة وبعدين التفاصيل. التعلّم العميق يتعلّم تعيين من الدخل للخرج بمعاملات، عن طريق تكديس تحويلات غير خطية — يعني طبقات.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«عميق» مو إن النموذج فخم. يعني عدة تحويلات ورا بعض: ملامح هرمية، مو قاعدة خطية وحدة كبيرة.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شوفوا الشبكة: كل طبقة تعيد كتابة التمثيل. الطبقة تعيد صياغة اللي قبلها لمساحة أنفع.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خلّوا هالجملة: العمق تركيب، مو سحر.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العمق تركيب لا سحر — كرّرها.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 ٣٠ ثانية: خل متطوع يعيد الجملة الأولى بكلماته.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قال «ذكي زي الإنسان» صحّح: تعيين بمعاملات على بيانات.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106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What Is Deep Learning?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Definition in One Sentence — Then the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التدريب يا شباب قصته بسيطة: نختار خسارة تقيس الغلط، بعدين نحرّك الأوزان بالتدرجات لين ينزل متوسط الخسارة على البيانات.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بس الهدف الحقيقي مو حفظ التدريب. الهدف التعميم على بيانات ما شفتها الشبكة.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زمان كنّا نصمّم الملامح يدوي. الحين الشبكة تتعلّم تمثيل يناسب المهمة: حواف، بعدين أنسجة، بعدين أجزاء، بعدين أجسام.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الخسارة تقول وش «أحسن»، والتدرج يحرّك الأوزان. زين؟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بجملة: الخسارة معيار، التدرج حركة.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قياس النجاح بدقة التدريب بس.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اسأل: لو التدريب 99 والتحقق 70 وش يعني؟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106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Three Ingredients You Always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Architecture · Loss · Optimizer +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دائماً عندكم ثلاثة أشياء. المعمارية: كيف تمشي الإشارة — MLP أو CNN أو RNN أو Transformer.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الخسارة: وش يعني «أحسن» لمهمتك — MSE أو cross-entropy.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المحسّن مع البيانات: كيف نبحث عن المعاملات، وأي أمثلة نعرض للشبكة.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غيّرت واحد من الثلاثة، سلوك النموذج يتغيّر. معمارية قوية مع خسارة غلط تتعلّم الشي الغلط.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غيّر واحداً من الثلاثة فيتغيّر السلوك — ثبّت هالفكرة.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مثال صفّي: CNN ممتازة مع MSE على أصناف.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من يعطي مثال خسارة ما تناسب المهمة؟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106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Three Ingredients You Always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Architecture · Loss · Optimizer +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الرسم يلخّص الثلاثية. ما فيه شبكة «ذكية» من غير هدف، ومن غير بيانات، ومن غير طريقة بحث.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كل مشروع جاي اسألوا ثلاثة أسئلة: وش المعمارية؟ وش الخسارة؟ وش البيانات والمُحسّن؟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تضيفون رابع اليوم مثل fine-tuning عشان ما يتشتتون.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الثلاثة هذي كافية عشان نفهم باقي الجلسة.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الصناديق الثلاثة وقف ثانية.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تضف رابعاً اليوم.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لو المعمارية ثابتة والخسارة تغيّرت، وش يصير؟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106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AI, Machine Learning, and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Subset Relationships — Not Interchangeable 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يا شباب هذي تسميات متداخلة، مو نفس الشي بثلاث أسماء.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الذكاء الاصطناعي حقل واسع: قواعد، بحث، تحسين، تعلّم، تخطيط — أي شي يحاول سلوك ذكي.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التعلّم الآلي فرع منه: السلوك يتحسّن من البيانات بخوارزمية، مو بس قواعد مكتوبة.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التعلّم العميق فرع من التعلّم الآلي: شبكات بعدة طبقات غير خطية، وتعلّم التمثيل في قلبه. يعني DL داخل ML داخل 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عبارة «استخدمنا الذكاء الاصطناعي» فضفاضة. الأدق: «تعلّم عميق موجّه بـ CNN».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تجادل تاريخ المصطلحات؛ ثبّت الاحتواء.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 ٣٠ ثانية: خلهم يصيغون جملة أدق لمصنّف صور.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106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AI, Machine Learning, and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Subset Relationships — Not Interchangeable 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شوفوا الرسم: DL جوه ML جوه AI. مو ثلاثة بدائل على رف واحد تختار منهم.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شجرة القرار تعلّم آلي، بس مو تعلّم عميق. نظام خبير ممكن يكون ذكاء اصطناعي وما فيه تعلّم من بيانات أصلاً.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مو كل شبكة عصبية «عميقة». العميق يعني طبقات متعددة وتمثيل هرمي.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خلّوا الرسم في بالكم باقي الأسبوع.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التداخل البصري واصمت ثانية.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سؤال: هل كل شبكة عصبية عميقة؟ لا.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أحد قال الشجرة Deep Learning صحّح بلطف.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106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Containment (conceptual)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Subset Relationships — Not Interchangeable 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الجدول أمثلة مو حصر لكل شي في الدنيا.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AI يشمل أنظمة قواعد وبحث كلاسيكي وتعلّم آلي. ML يشمل خطي وأشجار وSVM وشبكات ضحلة وعميقة. DL يشمل CNN وRNN وTransformer ونماذج توليدية.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الغرض دقة اللسان لما توصفون مشروعكم قدام مدير أو لجنة.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بدل «سوينا AI» قولوا وش سويتوا بالضبط.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امشِ الصفوف بسرعة.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تمرين ٣٠ ثانية: جملة أدق من «استخدمنا AI» لمصنّف صور.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تطوّل في أمثلة خارج الجدول.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106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Use-Case Fit: When Deep Learning Shines — and When to Skip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Method to Data, Risk, and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التعلّم العميق يلمع لما البيانات كثيرة أو عندك نموذج مسبَق التدريب، والدخل عالي البعد — صورة، نص، صوت — وتبون تركيبات تتعلّم من الطرف للطرف.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فكّروا مرتين لو الجدول صغير، أو التفسير القانوني صارم، أو خط أساس بسيط يحل المشكلة، أو الزمن على CPU ضيّق بلا تحسين.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دائماً قارنوا بخط أساس قوي: انحدار لوجستي أو تعزيز تدرجي. التعقيد لازم يكسب على مقياس التحقق، مو على الحماس.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مو كل مسألة تستحق شبكة عميقة. هذي جملة المهندس مو جملة المعجبين.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الشريحة بمقدمة القسم.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تحدٍّ: اطلب مثال من شغلهم الشجرة فيه أحسن من الشبكة.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ما فيه شغل: مثال جدولي بـ 800 صف.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106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Use-Case Fit: When Deep Learning Shines — and When to Skip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Method to Data, Risk, and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الرسم يحط «متى يلمع» مقابل «متى تتخطاه». اقرأوه كقرار هندسي، مو ولاء لتقنية.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الرسالة: طابقوا الطريقة مع البيانات والمخاطر والميزانية.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وجود GPU ما يعني لازم شبكة عميقة. أحياناً الشجرة أسرع وأوضح وأرخص.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خلونا نروح الجدول ونشوف وصفات أولى.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 معايير الإنتاج كلها.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متى نفضّل نموذج أبسط حتى لو فيه GPU؟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الجواب المتوقع: بيانات قليلة أو تفسير قانوني.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106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Use-Case Fit: When Deep Learning Shines — and When to Skip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Method to Data, Risk, and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الجدول وصفات أولى مو قوانين فيزياء.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صور أو صوت أو نص موسوم بكثافة: مسبَق التدريب بعدين ضبط. جدول صغير: أشجار أو خطي. تفسير سببي أو قانوني: أبسط أو هجين. جهاز طرفي بميلي ثانية: نموذج صغير أو مكمّم.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الصف الأخير مو إذن إنك تحط أكبر شبكة. السعة تحتاج تنظيم.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تبدأ كل مشروع جدولي بشبكة «لأنها أحدث». لا تسويها.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امشِ صفاً واسأل: ليش؟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DL على كل جدول.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صف «small tabular» — وش أول خيار؟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106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19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Depth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Hierarchical Representation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كل طبقة تعيد كتابة ملامح اللي قبلها لمساحة أنفع. هذي فكرة العمق.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المبكرة تمسك أنماط بسيطة: حواف أو رموز محلية. الوسطى تركّبها لأنسجة وأجزاء وعبارات. المتأخرة تجمّع معنى المهمة: جسم، نيّة، درجة صنف.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العمق تركيب. العرض: كم ملمح نحتفظ فيه في كل مستوى.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الأسبوع الأول الملامح اليدوية كانت طبقة أولى مجمّدة. الحين كل الطبقات تتعلّم. لو خلّينا الكل خطي، العمق يطير ويصير نموذج خطي واحد.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بملامح الأسبوع الأول اليدوية.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وش يصير لو كل الطبقات خطية؟ ينهار لطبقة واحدة.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هالجملة بنحتاجها عند التنشيط.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19  /  106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Session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build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خريطة اللي نبنيه اليوم بعد المقدمة.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بيرسبترون وMLP: وش تحسب الطبقة؟ الانتشار الخلفي: كيف نحدّث الأوزان؟ CNN: كيف نستغل المكان؟ RNN والتنظيم: التسلسل والتعميم.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استخدموا الصفوف كساعة. لو تأخّرنا نختصر الأمثلة، ما نقفز المعادلة.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شرط الخروج نفسه: z = w·x + b، وغير الخطية بين الطبقات. خلّوا هالشي في الراس.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تكرار مفيد لخريطة المرحلة 1 مع توسيع لباقي الجلسة.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تعد إننا نغطي كل صف بنفس العمق لو الوقت ضغط.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 سريع: وين XOR في هالخريطة؟ داخل Perceptron وMLP.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  /  106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21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Single Neuron (Perceptron): Math, Weights, and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Affine Map + One Nonlinearity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يا شباب خلية واحدة بس: مجموع موزون زائد انحياز، بعدين تنشيط.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المعادلة: z = wᵀx + b بعدين a = f(z). الخرج ممكن نستخدمه كما هو أو نمرّره لطبقة ثانية.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شوفوا الرسم جنب القانون. لا تفصلون الصورة عن الرموز.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هذا مو «ذكاء». هذا تحويل أفيني بعدين دالة. بس من هالبساطة نبني كل شي اليوم.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اكتب القانون على السبورة وأشر لكل رمز.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تسمّه ذكاء.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وين يدخل غير الخطية؟ بعد z، في 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21  /  106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22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Single Neuron (Perceptron): Math, Weights, and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Affine Map + One Nonlinearity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z مجموع موزون للمداخل زائد b: كل xᵢ مضروب في wᵢ.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الانحياز b يزيح حد القرار وما يديره — الاتجاه يجي من w. لو ثبّتوا w وحرّكتوا b، الخط يتحرك موازي.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الأوزان تقول أي أنماط تثير الخلية. التدريب يحرّك w وb لين تنزل الخسارة على البيانات الموسومة.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من غير طبقة مخفية ومع تنشيط رتيب، الحد في فضاء الدخل مستوي: قوي، ومحدود. عشان كذا XOR بيجي بعد شوي.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امشِ النقاط بالترتيب ولا تقفز للخلف.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سيناريو لو صمتوا: وش يسوي b لو ثبّتنا w؟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 backprop هنا.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22  /  106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23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Symbols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Affine Map + One Nonlinearity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جدول رموز نثبّته لباقي اليوم، عشان ما نضيع في الحروف.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x متجه ملامح لمثال واحد. w بنفس الطول: اتجاه وحساسية لكل ملمح. b رقم يزيح العتبة في فضاء z. f دالة من رقم لرقم تدخل غير الخطية — أو هوية لو بغينا خطي.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كرّروا معي: الانحياز يزيح المستوي وما يديره. الدوران من w.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المثال فيه ثلاثة ملامح، x وw طولهم ثلاثة. زين؟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كرّر إزاحة مقابل دوران.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شكل x وw في مثال بثلاثة ملامح.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خلطوا b مع عتبة التصنيف τ لاحقاً، ذكّر إن b داخل 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23  /  106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24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Weight Initialization: Why Zeros Break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Symmetry Must Be Broken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بدأتوا كل أوزان الطبقة متساوية — وخصوصاً أصفار — كل وحدة مخفية تاخذ نفس التدرج وتبقى نسخة من الثانية للأبد. التماثل ما ينكسر.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التهيئة العشوائية تخلي كل وحدة تمشي درب مختلف، فتتخصص ككاشف ملامح.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الأُطر تستخدم He مع ReLU وXavier مع Tanh عشان مقياس التنشيط ما ينفجر ولا يختفي.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مو مطلوب تحفظون الرقم الحين. المطلوب تفهمون ليش الصفر يكسّر التدريب.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رياضيات خلف PyTorch وTensorFlow؛ السبب أهم من الثابت.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تهيئة الأوزان بواحد أو صفر «للوضوح».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ليش الوحدات المتطابقة مشكلة؟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24  /  106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25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Weight Initialization: Why Zeros Break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Symmetry Must Be Broken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شوفوا الرسم: تماثل الأصفار مقابل مسارات متفرقة بعد تهيئة عشوائية.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قولوها بصوت: وحدات متطابقة تعني ملامح متطابقة — عرض بلا تنوّع. كأنك وظّفت عشر ناس يسواون نفس الشغل بالضبط.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الانحياز غالباً نبدأه بصفر، والمشكلة في الأوزان المتساوية.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قبل وبعد على الرسم يكفي؛ لا ندخل توزيع غاوس بالتفصيل.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قبل/بعد.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سؤال: هل نهيّئ الانحياز بصفر عادة؟ نعم غالباً.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 اشتقاق التباين هنا — الجاي.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25  /  106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26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Weight Initialization: Why Zeros Break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Symmetry Must Be Broken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He لـ ReLU: التباين 2 على عدد المداخل، لأن ReLU يصفّر نحو نص الإشارات. Xavier لـ Tanh: 2 على مجموع المداخل والمخارج، لأن الدالة متناظرة حول الصفر.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الهدف واحد: التنشيط لا ينتفخ ولا يختفي كلما تعمّقنا.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مع sigmoid عادة Xavier مو He. لا تنسخون He على كل شي لأن «الكل يستخدمه».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اكتبوا القانونين على السبورة وخلّوا السبب جنب كل واحد.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اكتب القانونين ولا تشتقهما بالكامل.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أي تهيئة مع sigmoid؟ Xavier.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He مع tanh بدون سبب.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26  /  106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27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Weight Initialization: Why Zeros Break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Symmetry Must Be Broken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الجدول يلخّص. الأصفار ما نستخدمها للأوزان أبداً في هالشبكات.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Xavier يناسب Sigmoid وTanh. He يناسب ReLU وLeaky ReLU.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عمود «المشكلة اللي نتجنبها» أهم من حفظ الاسم. اقرأوا ليش، مو بس وش الاسم.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ثلاث صفوف، دقيقتين، وبعدين ننتقل للتنشيط.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امشِ ثلاثة صفوف في دقيقتين.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نسخ He مع tanh.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صف الأصفار — الاستخدام؟ ولا واحد.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27  /  106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28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Functions: Sigmoid, Tanh, and ReLU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يا شباب لو كدّستوا طبقات خطية فوق بعض، الكل يصير طبقة خطية واحدة. التركيب يبقى أفيني: W1(W2x+b2)+b1 = W جديد في x زائد b جديد.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دوال التنشيط تمنع هالانهيار وتعطي الشبكة قدرة تمثيل. من غيرها العمق كلام فاضي.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الثلاث صيغ على الشريحة: sigmoid وtanh وReLU. لا تحفظون كل ثابت. افهموا الشكل والمدى.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غير الخطية بين الطبقات هي سبب إن العمق موجود أصلاً.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اشرح الانهيار بالجملة الجبرية.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بعدين: غير الخطية بين الطبقات سبب العمق.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وش يصير لو شلنا كل f؟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28  /  106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29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Functions: Sigmoid, Tanh, and ReLU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شوفوا المنحنيين. sigmoid يضغط لـ (0,1). tanh متمركز عند الصفر في (−1,1).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الذيول المسطحة تعني تدرج صغير — تشبّع. هنا التدريب ينام، التدرج تقريباً ميت.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هالرسم يمهّد ليش ReLU صار الافتراضي في الشبكات العميقة بعدين.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نحتاج مشتقات طويلة الحين إلا لو سألوا.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الذيول وقل «هنا يموت التدرج».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 مشتقات مطوّلة.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وين التشبّع على الرسم؟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29  /  106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30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Functions: Sigmoid, Tanh, and ReLU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Sigmoid حلو للمخرج الاحتمالي، بس تدرجه يتلاشى لما |z| كبير.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Tanh غالباً أحسن في المخفي من sigmoid لأنه متمركز عند صفر، بس هو بعد يتشبع.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ReLU الافتراضي الحديث: رخيص، وما يتلاشى على الجانب الموجب. والنسخ المسربة بديل لو صارت خلايا ميتة.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تخلطون استخدامه كمخرج تصنيف مع استخدامه كمخفي. شيئين.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امشِ ثلاث نقاط.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ليش ما نكدّس sigmoid في عشر طبقات مخفية كممارسة أولى؟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الجواب: تلاشي التدرج.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30  /  106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31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Functions: Sigmoid, Tanh, and ReLU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الجدول مدى واستخدام. Sigmoid: (0,1) مخرج ثنائي أو بوابات. Tanh: (−1,1) مخفي وخصوصاً في المتكرر. ReLU: من صفر لما لا نهاية — افتراضي للمخفي في MLP وCNN.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عمود الاستخدام أهم من حفظ الصيغة.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تحط ReLU على مخرج احتمالات من غير طبقة تناسب الاحتمال.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خلّوا الاختيار مربوط بالمهمة مو بالموضة.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عمود الاستخدام هو الدرس.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ReLU على احتمال خام.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مدى tanh؟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31  /  106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32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Sigmoid &amp;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Probability cutoff for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بعد sigmoid نطلع احتمال. العتبة τ = 0.5 تفصل الصنف 0 عن 1 في أبسط قصة تصنيف ثنائي: نتنبأ بـ 1 إذا σ(z) أكبر من أو يساوي 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بس 0.5 مو مقدّسة. لو تكلفة الغلط مو متساوية، تحرّكون العتبة. هذا قرار تشغيلي.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تذكّروا تصنيف الأسبوع الأول: العتبة تحرّك الدقة والاسترجاع.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ولا تخلطوا العتبة مع الانحياز b. الـ b داخل z، والـ τ بعد الاحتمال.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بعتبة الأسبوع الأول.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تخلط τ مع b.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لو رفعنا τ فوق 0.5، وش يصير للـ precision تقريباً؟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32  /  106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33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Curves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قارنوا المنحنيات مع بعض. الذيول المسطحة لـ sigmoid وtanh تعني تدرجات ضئيلة. ReLU خط على الموجب وصفر على السالب.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هالصورة تقفل موضوع التنشيط قبل XOR: نحتاج انحناء، مو خط بس.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المنطقة المسطحة = التدريب ينام. ولو z سالبة دائماً مع ReLU، نص الخلايا تموت.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زين، الحين نبي مسألة تبيّن ليش المخفي ضروري: XOR.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للمنطقة المسطحة.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سؤال سريع: أي دالة تقتل نص الخلايا لو z سالبة دائماً؟ ReLU.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تطوّل؛ XOR الجاي.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33  /  106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34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The XOR Problem: Why Hidden Layers Are Logically Necessary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a single line cannot solve XOR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XOR يا شباب ما ينفصل خطي في مستوى الدخل ثنائي البعد. ما فيه خط واحد يفصل الصنف 1 عن 0 على الزوايا الأربع.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البيرسبترون الواحد يحسب نص فضاء. XOR يحتاج مزج غير خطي للمداخل — وهذا اللي تعطيه طبقة مخفية.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الوحدات المخفية تعيد تعيين الدخل لمساحة يصير فيها الفصل خطي. هذا حدس تعلّم التمثيل، مو حفظ الجدول سحر.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خلّوا هالجملة: أحياناً نغيّر المساحة عشان المشكلة تصير أسهل.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إيقاع: تقريباً نقطة لكل دقيقة لو احتجت.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think-pair-share ٣٠ ثانية: أي نقطة يطبّقونها أول؟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صمتوا: ابدأ بنقطة «ما فيه خط».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34  /  106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35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The XOR Problem: Why Hidden Layers Are Logically Necessary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a single line cannot solve XOR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شوفوا الرسم: أربع نقاط، وخط يفشل، بعدين بعد الطبقة المخفية القطع يصير ممكن.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الطبقة المخفية ما تحفظ الجدول سحري. تعيد تشكيل الفضاء.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الرسم صغير من بعيد، نرسم XOR على السبورة بسرعة: قطريين 1، والآخرين 0.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توسيع بيرسبترون واحد من غير مخفي ما يكفي. لازم تركيب غير خطي.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ارسم XOR على السبورة لو الرسم ضعيف.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هل يكفي توسيع بيرسبترون واحد بلا مخفي؟ لا.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 عدد وحدات مخفية أمثل.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35  /  106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36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XOR Truth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Four Points, One Nonlinear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أربع حالات بس. 0 و0 تعطي 0. المختلفان يعطيان 1. 1 و1 تعطي 0.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القاعدة بسيطة، ومو خطية. أي نموذج خطي في x1 وx2 يفشل على هالجدول.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اقرأوا الصفوف بصوت مرة واحدة. هذي كل البيانات.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بعدين المخفي يعيد التمثيل لين XOR يصير قابل للفصل. زين، نكبر من خلية لـ MLP.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اقرأ الصفوف بصوت عالٍ مرة.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بإعادة التمثيل.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صف 1,1 — الخرج؟ صفر.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36  /  106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37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From Perceptron to MLP (Multi-Layer Perceptron)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= Composed Nonlinear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الطبقة المخفية: تحويل أفيني بعدين غير خطية، فتصير الملامح h. المخرج: تحويل أفيني ثاني بعدين تنشيط الخرج 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القانون: h = φ(W1 x + b1) و ŷ = τ(W2 h + b2). شوفوا المعمارية جنب الصيغة.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φ للمخفي، τ للمخرج — لا تخلطونهم. المخرج ممكن sigmoid أو softmax حسب المهمة.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أول مرة نقول بوضوح: العمق = تركيب ملامح غير خطية.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اكتب φ وτ على السبورة.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أول ظهور لـ «عمق = تركيب».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وين غير الخطية في القانون؟ داخل φ وτ.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37  /  106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38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From Perceptron to MLP (Multi-Layer Perceptron)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= Composed Nonlinear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كل طبقة مخفية: أفيني بعدين غير خطية، فملامح جديدة دوال للدخل الأصلي.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العرض مقابل العمق مقايضة: سعة، بيانات، حساب، وصعوبة تحسين. العرض أكثر ملامح في نفس المستوى؛ العمق أكثر مستويات تركيب.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بكلام عريض: طبقة مخفية عريضة مرّة تقارب دوال كثيرة. في الواقع العمق مع انحياز معماري يربح — عشان كذا فيه CNN وRNN بعدين.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MLP ما يحل كل شي. هو الأساس.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اطلب من متطوع إعادة النقطة الأولى.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تعد إن MLP يكفي لكل بيانات.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وش الفرق بين width وdepth بجملة؟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38  /  106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39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From Perceptron to MLP (Multi-Layer Perceptron)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= Composed Nonlinear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عرض المخفي: كم ملمح غير خطي مستقل في الطبقة. العمق: كم مستوى تركيب — حواف فأنسجة فمعنى.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الوصلات التخطّية تسهّل التحسين في الشبكات العميقة مرّة — بنشوفها في ResNet.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عمود «وش يتحكم» هو الدرس، مو حفظ أرقام هيبَرباراميتر الحين.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تدخلون ضبط مفرط الآن. نبي الفكرة.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عمود التحكم هو الدرس.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 ضبط مفرط.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إشارة خفيفة لـ skip عشان ResNet لاحقاً.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39  /  106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Propagation: The Engine of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Neural Network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رسمة الشبكة للاتجاه الأمامي. الإشارة تدخل من اليسار وتطلع تنبؤ من اليمين. سُمك الحافة يلمّح لمقدار الوزن.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الاستدلال في الإنتاج هو هالاتجاه بس: ما فيه خسارة وما فيه تدرج لين ندرّب.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تخيّلوا مثال واحد يمشي: دخل، مخفي، خرج.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التدرج مو على هالرسم. يجي بعد الخسارة. الحين نبي نفهم الأمام.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مسار مثال تخيّلي.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تشرح التدرج هنا.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الاستدلال يحتاج backward؟ لا.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  /  106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41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Propagation: The Engine of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Engine of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المرور الأمامي: تغذّون x عبر كل طبقة بالترتيب لين اللوجيتات أو الدرجات، بعدين softmax لو بغينا احتمالات صنف.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تنفيذاً هذا رسم حسابي: كل عملية — ضرب مصفوفات أو ReLU — تعرف كيف تمرّر القيمة للأمام.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التدريب يكرّر المرور على دفعات صغيرة: كفاءة، وضجيج تدرج ممكن يساعد التعميم.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تظنون softmax جزء من كل شبكة حتى في الانحدار. لا. الانحدار غالباً مخرج خطي.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think-pair-share: أي جملة يطبّقونها أول في الكود؟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softmax على كل شي.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الانحدار يحتاج softmax؟ عادة لا.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41  /  106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42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Propagation: The Engine of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Engine of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ثلاث خطوات تتكرر. 1: z = Wx + b مجموع موزون. 2: a = f(z) ملمح غير خطي للطبقة الجاية. 3: كرّر أو رأس المهمة: لوجيتات أو قيمة انحدار.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هالجدول هو اللي ينكتب في حلقة التدريب قبل loss.backward.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غير الخطية تدخل في الخطوة 2، مو 1. لو نسيتوا هالشي ترجعون لانهيار الطبقات الخطية.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زين، نقفّل الأمام بعدين نفتح الخسارة.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هذا الجدول قبل loss.backward.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وين غير الخطية؟ الخطوة 2.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خلطوا 1 و2 خلهم يعيدون الترتيب.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42  /  106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43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Propagation: The Engine of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Linear → Activation → 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المسار مبسّط: خطي، تنشيط، رأس. التدريب يعيد هذا على الدفعات. الرسم نفسه لاحقاً يعرف كيف يرجع التدرجات للخلف.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أقفلوا المرحلة الذهنية: الاستدلال أمام. التعلّم يحتاج خسارة بعدين خلف.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من غير أمام ما فيه تنبؤ. من غير خلف ما فيه تعلّم. هذي محرّك الجلسة.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بقي وقت: رتّبوا العمليات لمثال رقمين على السبورة.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بـ «المحرك».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إن بقي وقت: ترتيب العمليات لمثال رقمين.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انتقال صريح للخسارة.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43  /  106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44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Loss Functions: MSE vs Cross-Entropy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the Loss to the Output and 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الانحدار: متوسط مربع الخطأ. القانون على الشريحة. يعاقب الغلط الكبير بقوة لأنه تربيعي، وقابل للاشتقاق في كل مكان — كلاسيكي للأهداف المستمرة.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قصته الاحتمالية تفترض ضجيج شبيه بغاوس. الشواذ ممكن تهيمن، وعشان كذا Huber بديل أصلب.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طابقوا الخسارة مع نوع الخرج: أرقام مستمرة → MSE غالباً.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من استخدم MSE في شغل حقيقي؟ قصة قصيرة واحدة لو فيه.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طابق الخسارة مع الخرج.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استطلاع MSE في الإنتاج.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 MAE إلا بجملة لو سُئلت.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44  /  106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45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Loss Functions: MSE vs Cross-Entropy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the Loss to the Output and 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التصنيف: cross-entropy. نقارن الاحتمالات المتوقعة بالتوزيع الحقيقي — one-hot أو تسميات ناعمة.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تتناسب طبيعي مع softmax في المخرج. التدرجات أحسن لو تتنفّذ في فضاء اللوغاريتم مع اللوجيتات — استقرار عددي، log-softmax.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تحطون MSE على احتمالات أصناف كخيار أول. هذي غلطة شائعة.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التصنيف يبي احتمال مقابل تسمية، مو مسافة تربيعية على أرقام.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تضعوا MSE على أصناف كخيار أول.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اذكر log-softmax بجملة بدون اشتقاق.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عشرة أصناف — أي خسارة؟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45  /  106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46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Loss Functions: MSE vs Cross-Entropy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the Loss to the Output and 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الرسم يقابل المهمتين. اليسار انحدار بمسافة تربيعية. اليمين تصنيف باحتمال مقابل تسمية.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جملة الهبوط: طابقوا الخسارة مع الخرج والمهمة. لا تلبّسون خسارة جاهزة لأن الكود نسختوها.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ما نضيف focal وغيرها إلا لو سألتوا.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صورة من عشرة أصناف؟ cross-entropy مع softmax. زين؟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تضف خسائر جديدة إلا لو سُئلت.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خسارة صورة بعشرة أصناف؟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يسار/يمين بوضوح.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46  /  106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47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Loss Functions: MSE vs Cross-Entropy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the Loss to the Output and 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وصفات شائعة تحفظونها كتذكرة قبل المعمل.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انحدار: مخرج خطي مع MSE أو Huber. ثنائي: sigmoid مع binary cross-entropy. متعدد: softmax مع cross-entropy.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غالباً نمرّر لوجيتات خام للإطار عشان الحساب يستقر.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softmax بعدين MSE. لا تسوونها.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جدول تذكرة قبل كود المعمل.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softmax ثم MSE.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تصنيف ثنائي — وش الرأس والخسارة؟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47  /  106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48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Backpropagation: Chain Rule on the Computational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الانتشار الخلفي يا شباب هو قاعدة السلسلة على الرسم الحسابي. مو سحر الإطار.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القانون: ∂L/∂w = (∂L/∂z)(∂z/∂w). نحسب المرافِقات من المخرج للخلف على كل موتّر وسيط.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فهم backprop = فهم أي المسارات تحمل تدرج، وأي تنشيطات تشبّعت ومات فيها التدرج.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ما نطلب نشتق شبكة كاملة باليد. نبي مسار قصير: خسارة ← z ← 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اكتب السلسلة على السبورة لمسار قصير.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تطلب اشتقاق شبكة كاملة.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لو f تشبّعت، وش يصير لـ ∂L/∂w؟ يصغر.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48  /  106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49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Backpropagation: Chain Rule on the Computational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الأمام يحسب التنبؤ. الخلف يحمل ∂L/∂w على كل مسار. شوفوا الأسهم: القيمة تروح يمين، واللوم يرجع يسار.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انقطع مسار — تنشيط مشبع أو صفر ReLU — التدرج يصغر هناك. الشبكة ما تتعلّم من هالطريق.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ليش ما نشتق كل وزن من الخسارة بصيغة عملاقة؟ لأن الرسم يعيد استخدام الحسابات، وهذا أسرع وأنظف.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اتجاهين واضحين: أمام للتنبؤ، خلف للتعلّم.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الاتجاهين بوضوح.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سؤال: ليش مو صيغة عملاقة لكل وزن؟ إعادة استخدام الحساب.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بالتشبّع اللي شفناه.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49  /  106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50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Backpropagation: Chain Rule on the Computational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الاشتقاق العكسي فعّال لما معاملات كثيرة تصب في خسارة رقم واحد — وهذا حال الشبكات.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PyTorch وJAX وTensorFlow يبنون الرسم وينفّذون هذا. أنتم باقي لازم تدققون الأشكال، والاستقرار العددي، وتلاشي التدرج.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فهم المسارات أهم من حفظ اسم autodiff.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سكتوا: وين يموت التدرج في sigmoid؟ على الذيول.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المسارات أهم من اسم autodiff.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إن صمتوا: وين يموت التدرج في sigmoid؟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 internals أعمق.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50  /  106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51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Backpropagation: Chain Rule on the Computational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فكرتين تنفيذ. التعبيرات المشتركة: قيم الأمام نعيد استخدامها، والخلف يزور كل حافة مرة.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الترتيب الطوبولوجي: نزور العقدة بعد اللي بعدها — برمجة ديناميكية على الرسم.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عشان كذا الإطار سريع رغم ملايين المعاملات. مو لأنه «ذكي»، لأنه ما يعيد الحساب مرتين.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autograd internals أعمق من كذا مو اليوم.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هذا يبرر سرعة الإطار.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تدخلوا autograd internals.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ليش نزور كل حافة مرة؟ كفاءة.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51  /  106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52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2: Optimization &amp; Training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Stable Optimization + Generalization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المرحلة 2 حوالي ٤٠ دقيقة: فن التدريب. تشخيص الملاءمة، التحكم بالتدرجات، اختيار المحسّن، التوحيد، والتنظيم.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النموذج الزين مو «كبير» بس. يطابق السعة مع البيانات، يراقب التحقق بأمانة، ويفشل بشكل واضح لما يصير غلط.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بعد هالنظرة ندخل أول شريحة تقنية بدون خطبة ثانية.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الجدول الجاي أجندة باقي الساعة.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بعد النظرة العامة ادخل أول شريحة تقنية بلا فاصل طويل.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الجدول لاحقاً أجندتكم.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تعد بمعجزات Adam.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52  /  106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53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2: Optimization &amp; Training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Stable Optimization + Generalization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نرجع لمخطط المراحل: احنا في مربع التحسين، مو مربع المعمارية للحين. الاستقرار والتعميم قبل CNN.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اللي يدخل CNN وهو ما يقرأ منحنى التحقق يضيّع المرحلة. تقدر تبني معمارية حلوة وتدرّبها غلط.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سؤال المرحلة 1: وش تحسب الشبكة؟ سؤال المرحلة 2: كيف نخلّيها تتعلّم وتعمّم؟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خلونا نكمل.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المرحلة 2 فقط.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فرق سؤال المرحلة 1 عن 2؟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قالوا «CNN» هنا رجّعهم للتحسين.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53  /  106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54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2: Optimization &amp; Training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you will control in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ثلاثة حقول تتحكمون فيها عملياً.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التحسين: SGD وAdam وقص التدرج. الاستقرار: Batch Norm ومسارات متبقية وتهيئة. التعميم: dropout وتضاؤل أوزان وإيقاف مبكر.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خريطة باقي الساعة. لا تضبطون المحسّن وتنسون قراءة train مقابل val.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القراءة قبل الأزرار. زين؟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خريطة باقي الساعة.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ضبط المحسّن ونسيان train/val.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التنظيم في أي حقل؟ التعميم.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54  /  106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55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Training Diagnostics: Underfitting, Good Fit, and Overfitting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Read Train vs Validation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نقص الملاءمة: خطأ التدريب والتحقق مرتفعين — النموذج أبسط من اللازم، أو الملامح ضعيفة، أو التحسين عالق: معدّل صغير، خسارة غلط.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ملاءمة زينة: الخطأان منخفضين ويتبعون بعض؛ فجوة صغيرة طبيعية.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فرط ملاءمة: التدريب ينزل والتحقق يسوء — النموذج يحفظ ضجيج المجموعة.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أهم مهارة تشخيص اليوم. من شاف منحنى تحقق يطلع والتدريب ينهار لتحت؟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هذا أهم تشخيص في الجلسة.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استطلاع: من شاف الفجوة تتسع؟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تقفز للحلول قبل تسمية النظام.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55  /  106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56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Training Diagnostics: Underfitting, Good Fit, and Overfitting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Read Train vs Validation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شوفوا المنحنيات. فجوة صغيرة طبيعية. الفجوة اللي تتسع فرط. لو الاثنين عالين فهذا نقص مو فرط.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علّموا حالكم تقرأون الشكل قبل ما تغيّرون عشرة هيبَرباراميترات.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غلط شائع: تزيد dropout لنموذج ناقص الملاءمة، فيزيد الأمر سوء.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اقرأوا أولاً، بعدين تصرّفوا.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ثلاثة أنظمة إن وُجدت.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dropout على underfitting.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الاثنان عاليان — نقص أو فرط؟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56  /  106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57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Training Diagnostics: Underfitting, Good Fit, and Overfitting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Read Train vs Validation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الجدول استجابة مو تسمية بس.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نقص: زِد سعة أو ملامح أو تدريب أو معدّل بحذر. جيد: أبقِ التنظيم. فرط: بيانات أكثر، dropout، تضاؤل، أبسط، إيقاف مبكر.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عمود «وش تسوي» هو الامتحان العملي.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منحنى تحقق يطلع — أي صف؟ فرط. ثلاثين ثانية وفّوا الجواب.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عمود ماذا تفعل هو الامتحان.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 ٣٠ ثانية: تحقق يرتفع — أي صف؟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قالوا نقص صحّح بالمنحنى.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57  /  106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58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Vanishing and Exploding Gradients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Multiplies Jacobians Layer by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التلاشي: الخلف يضرب عوامل أصغر من 1 مرار — sigmoid/tanh مشبعين أو تهيئة ضعيفة — فالطبقات المبكرة تقريباً ما تتعلّم.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الانفجار: عوامل أكبر من 1 أو أوزان كبيرة، قفزات هائلة وخسارة NaN.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العلاج طبقات فوق بعض: متبقيات، ReLU، He/Xavier، توحيد، وقص تدرجات.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العمق يضاعف اليعقوبيّات. عشان كذا ResNet لاحقاً مو زينة شكل، مسار تدرج.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بمقدمة العمق.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تحدٍّ: جملة تربط هالشريحة بسبب ResNet.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 إثبات طيفي.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58  /  106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59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Vanishing and Exploding Gradients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Multiplies Jacobians Layer by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الرسم يقابل إشارة تختفي مع إشارة تنفجر. الاثنين فشل ضرب متكرر عبر العمق.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مو بس «أخطاء برمجة». هندسة المعمارية جزء من الحل.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ReLU يساعد التلاشي على الجانب الموجب لأن مشتقته 1 مو رقم صغير.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خلونا نشوف الأعراض في الجدول.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 إثباتات طيفية.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سؤال: ليش ReLU يساعد التلاشي على الموجب؟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اختفاء مقابل انفجار.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59  /  106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Vanishing and Exploding Gradients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Multiplies Jacobians Layer by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أعراض تقرأونها.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طبقات مبكرة ما تتحرك: تلاشٍ عبر وحدات مشبعة — ReLU وHe ومتبقيات وتوحيد. خسارة NaN بسرعة: انفجار أو معدّل كبير — قص وخفّض المعدّل. استقرار بعدين انفجار: دفعة سيئة أو دقة مختلطة — تحقق وقص.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اقرأوا العرض لا تحفظون الاسم.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غلط شائع: ترفع المعدّل والتلاشي هو المشكلة. لا، تزيد الطين بلّة أحياناً.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علّمهم قراءة العرض.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رفع LR مع التلاشي.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NaN سريع — تلاشٍ أو انفجار غالباً؟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  /  106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61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Optimizers: SGD and Adam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rate, Momentum, and Adaptive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SGD مع الزخم: يجمع التحديثات في متجه سرعة، فيخفّف التذبذب في الأودية ويسرّع مع الاتجاه الثابت.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Adam يتابع العزم الأول والثاني عشان يكيّف معدّل كل معامل حسب تاريخ تدرجه.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SGD+زخم شائع في الرؤية للتعميم. Adam نقطة بداية للنصوص وMLP.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معدّل التعلّم أهم هيبَرباراميتر. ابحثوه لوغاريتمي: 1e-4 و1e-3 و1e-2. Adam ما يلغي اختيار 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أكد: Adam ما يلغي 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تشتق لحظات Adam بالكامل إلا لو سُئلت.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أهم هيبَرباراميتر؟ LR.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61  /  106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62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Optimizers: SGD and Adam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rate, Momentum, and Adaptive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الرسم حدس المسار على سطح الخسارة: SGD يتذبذب، الزخم ينعّم، Adam يتكيّف لكل بُعد.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القصة البصرية أهم من الاسم التجاري للمحسّن.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أعدكم إن Adam دائماً أسرع لتعميم أحسن. في الرؤية أحياناً SGD+زخم يفوز على المدى الطويل.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شوفوا الدروب، مو اللوقو.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المسارات.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تعد إن Adam دائماً أفضل تعميم.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في CV قد يفوز SGD+زخم.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62  /  106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63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Optimizers: SGD and Adam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rate, Momentum, and Adaptive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القانون الأساس: θ ← θ − η ∇θ L. η معدّل التعلّم. كل محسّن لاحق زخرفة على هالخطوة.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كبرت η تقفزون فوق الحوض. لو صغرت تزحفون وما توصلون.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η = 0 ما فيه تعلّم. بسيطة وهذي أهم زر.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اكتبوا القانون وكبّروا η على السبورة.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اكتب القانون وكبّر 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η = 0 وش يصير؟ لا تعلّم.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بالبحث اللوغاريتمي.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63  /  106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64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Optimizers: SGD and Adam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rate, Momentum, and Adaptive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Vanilla SGD نادر لحاله اليوم. مع زخم: معيار شبكات الرؤية. Adam: افتراضي متين لنص وجدولي وMLP لأنه يكيّف المعدّل لكل وزن.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آلية Adam تاريخ التدرج — مو سحر منفصل عن 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غلط شائع: Adam بمعدّل 0.1 كأنك على SGD مع بيانات مقيّسة. غالباً ينفجر.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امشوا ثلاثة صفوف بهدوء.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امشِ ثلاثة صفوف.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Adam بـ 0.1.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CV غالباً أي محسّن؟ SGD+زخم.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64  /  106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65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Normalization: Batch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Stabilize Activations and Speed Up Deep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قبل BN تذكير بمقياس الملامح. لو مقاييس الدخل أو التنشيط مختلفة، التحسين يصعب. التوحيد يخلّي القنوات في مدى متقارب.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هالشريحة تمهيد بصري لصيغة BN الجاية.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الأسبوع الأول سوينا standardization للملامح. الحين فكرة مشابهة داخل الشبكة.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تخلطوا هذا مع تطبيع صورة ImageNet mean/std — ذاك قبل الشبكة.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بأسبوع 1 standardization.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تخلط مع ImageNet mean/std.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BN داخل الشبكة ولا قبلها؟ داخل.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65  /  106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66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Normalization: Batch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Stabilize Activations and Speed Up Deep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Batch Norm: لكل قناة نوحّد عبر الدفعة — وأبعاد المكان في CNN — بعدين نتعلّم مقياس γ وإزاحة β.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القانون: اطرح متوسط الدفعة، اقسم على انحرافها، بعدين y = γ x̂ + β. التنشيط الداخلي يستقر، فتقدر ترفع المعدّل وتقل الاعتماد على تهيئة دقيقة.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البديل Layer Norm: توحيد عبر الملامح لكل مثال — شائع في Transformer والمتسلسل.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BN يفشل غالباً مع دفعات صغيرة مرّة. خلّوا هالملاحظة.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think-pair-share: متى يفشل BN؟ دفعات صغيرة.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إحصاءات الاستدلال المتحركة بجملة بس.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γ وβ متعلّمة ولا ثابتة؟ متعلّمة.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66  /  106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67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Normalization: Batch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Stabilize Activations and Speed Up Deep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الرسم BN مقابل LN. BN يحتاج دفعة عشان يحسب μ وσ. LN ما يعتمد على أمثلة ثانية في الدفعة — مناسب لتسلسل ونص.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اختيار التوحيد جزء من المعمارية، مو حيلة زيادة تلزق في الآخر.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محور التوحيد: عبر الدفعة، ولا عبر الملامح؟ هذي السؤال.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Transformer يفضّل LN لأن التسلسل والدفعات ما تمشي زي الصورة.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محور التوحيد.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سؤال: ليش Transformer يفضّل LN؟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تفتح تفاصيل Transformer.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67  /  106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68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Normalization: Batch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Stabilize Activations and Speed Up Deep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صف BN: عبر الدفعة والمكان — مصنّفات CNN وResNet. صف LN: عبر ملامح المثال أو الرمز — Transformer وRNN.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احفظوا البعد اللي نوحّد عليه، مو الاسم بس.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غلط شائع: تحط Batch Norm داخل RNN بنفس عقلية الصورة. غالباً LN أنسب.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دقيقة للجدول ونمشي.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دقيقة للجدول.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BN داخل RNN بعقلية الصورة.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ResNet غالباً BN ولا LN؟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68  /  106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69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Regularization: Dropout, Weight Decay, and Early Stopping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Constrain Capacity to Prevent Overfitting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التنظيم يا شباب يقيّد السعة عشان ما نحفظ الضجيج. مو عشان نرفع دقة التدريب.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Dropout يطفّي وحدات عشوائي وقت التدريب. تضاؤل الأوزان يعاقب الأوزان الكبيرة. الإيقاف المبكر يقطع لما التحقق يفسد.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شوفوا dropout في الرسم بعدين نفصّل.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اربطوا هذا بتشخيص الفرط قبل شوي. لو ما فيه فرط، لا تشدّون التنظيم من أول.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جملة الهبوط: التنظيم للتعميم لا لدقة التدريب.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بتشخيص الفرط.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تشغّل الأدوات الثلاث دائماً.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69  /  106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70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Regularization: Dropout, Weight Decay, and Early Stopping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Constrain Capacity to Prevent Overfitting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ثلاث أدوات تكمل بعض. Dropout: شبكة فرعية كل دفعة، فيقل الاعتماد على وحدة واحدة. Weight decay: قيد على المقياس. Early stopping: منحنى التحقق هو الحكم.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وقت الاستدلال نطفى Dropout — مثلاً model.eval() في PyTorch — عشان التنبؤ يصير حتمي.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 وeval مو نفس الوضع. قولوها بصوت.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غلط شائع: تخلون dropout شغال وقت الاختبار والنتيجة تتذبذب كل تشغيل.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أكد eval مقابل train بصوت عالٍ.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dropout وقت الاختبار.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وش تسوي قبل predict؟ model.eval().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70  /  106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71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Regularization: Dropout, Weight Decay, and Early Stopping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Constrain Capacity to Prevent Overfitting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منحنى الإيقاف المبكر: نراقب التحقق وناخذ أفضل نقطة، مو آخر حقبة. التدريب الأطول مو دائماً أحسن.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تربط التنظيم بالقراءة، مو بزر سحري.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كملتوا تدريب بعد ما الفجوة تتسع، هذا فرط تسمونه باسمه.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أشروا لنقطة التوقف على الرسم وخلّوها عادة.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نقطة التوقف.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لو كمّلنا بعد اتساع الفجوة وش نسميه؟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بالمنحنى السابق.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71  /  106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72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Regularization: Dropout, Weight Decay, and Early Stopping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Constrain Capacity to Prevent Overfitting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ثلاث تقنيات وعمود الاستدلال مهم.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Dropout: يقطع روابط عشوائي وقت التدريب وينطفى عند الاختبار — الأوزان تتقاس. تضاؤل L2: يصغّر الأوزان ويبقى أثره في الأوزان الثابتة. الإيقاف المبكر: نقطع عند أفضل تحقق ونحفظ نقطة الفحص.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الدرس العملي: اللي يشتغل في train ممكن ينطفى في eval، وDropout أشهر مثال.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هل Dropout يشتغل وقت التنبؤ؟ لا.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امشِ عمود Inference behavior ببطء.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Dropout وقت التنبؤ؟ لا.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Weight decay يبقى لأن الأوزان تغيّرت.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72  /  106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73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3: Specialized Architectures (Vision &amp; Sequences)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Images vs Ordered Sequences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المرحلة 3 حوالي ٤٠ دقيقة: المعمارية تتبع بنية البيانات. الصورة لها جوار مكاني؛ النص والصوت لهم ترتيب زمني.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CNN تشارك المرشحات عبر المكان. RNN تشارك الأوزان عبر الزمن. MLP يتجاهل الاثنين إلا لو صمّمتوا الملامح يدوي.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بعد هالنظرة ندخل شريحة الصورة بدون خطبة جديدة.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الجدول أجندة المرحلة. الانحياز المعماري الصحيح أحسن من تكبير المعمارية الغلط.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بعد النظرة ادخل شريحة الصورة بلا خطبة.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الجدول أجندة المرحلة.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تفتح Transformer إلا إشارة.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73  /  106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74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3: Specialized Architectures (Vision &amp; Sequences)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Images vs Ordered Sequences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المخطط: انتقلنا من «كيف ندرّب» إلى «بماذا نلائم البيانات». الرؤية يسار والتسلسل يمين في بالكم لين نهاية الجلسة.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ليش ما نعامل الصورة كمتجه مسطّح دائماً؟ لأننا نفقد الجوار. البكسل جاره يهم.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CNN انحياز للمكان. RNN انحياز للزمن. اختاروا حسب البيانات.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احنا الحين في المرحلة 3. زين؟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المرحلة 3.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ليش ما نسطّح الصورة دائماً؟ نفقد الجوار.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قالوا «أسهل للكود» وافق إن الأسهل يضيّع البنية.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74  /  106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75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3: Specialized Architectures (Vision &amp; Sequences)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Images vs Ordered Sequences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صفّين حسب الوسيط.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صورة أو فيديو: شبكة مكانية — Conv2D وتجميع وكتل متبقية. نص أو كلام أو حسّاسات: رموز أو خطوات زمن — RNN/GRU/LSTM أو التفاف سببي أو انتباه.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اختاروا الانحياز الاستقرائي الصحيح بدل تكبير المعمارية الغلط.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عمود Representative layers جسر المعمل. الانتباه بالتفصيل يجي في NLP وGenAI — إشارة بس.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عمود الطبقات جسر المعمل.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إشارة للأمام: الانتباه لاحقاً.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النص يمثل بأي طبقات هنا؟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75  /  106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76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Image Data: How Computers “See” Pixels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Tensors, Channels, and Local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الحاسوب يا شباب ما «يشوف» جسم. صورة ملونة عادة موتّر H×W×3؛ كل خانة شدة تتكمّم بعدين نطبّع.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المعنى في الجوار: رقعة صغيرة حافة، سياق أكبر جسم.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الزيادة — قص، قلب، لون — تعلّم الثبات. التوحيد مثل متوسط وانحراف ImageNet يثبّت التحسين.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غلط شائع: تدخلون 0–255 على شبكة مسبَقة التدريب من غير مقياس. تخرب.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بمقدمة البيانات الخام عالية البعد.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0–255 بلا مقياس على pretrained.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ليش الجوار مهم؟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76  /  106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77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Image Data: How Computers “See” Pixels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Tensors, Channels, and Local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رسم الموتّر: ارتفاع وعرض وقنوات. الدفعة تضيف بُعد رابع: N×C×H×W في PyTorch.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قولوا القنوات بصوت: أحمر أخضر أزرق — مو «لون واحد سحري».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ترتيب الأبعاد حسب الإطار مهم. لو خلطتوا C مع H الشبكة ما تركب.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وين القناة في شكل الصورة؟ هذا السؤال اللي أبي جوابه الحين.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الأبعاد بترتيب الإطار.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وين القناة؟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ذكّر N×C×H×W في PyTorch.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77  /  106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78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Image Data: How Computers “See” Pixels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Tensors, Channels, and Local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معمارية CNN بالعين: جذع التفاف، كتل تتعلّم ملامح، بعدين رأس تصنيف.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هذا اللي بنفكّكه في الشرائح الجاية: نواة، تجميع، بعدين ResNet.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نفصّل كل صندوق الحين. ثبّتوا التدفق: من المكان للدلالة.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امسحوا الرسم من الدخل للخرج في ربع دقيقة. هذي خريطة، التفصيل يجي.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امسح الرسم دخل→خرج في ١٥ ثانية.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التفصيل جاي؛ هذي خريطة.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تغرق في كل بلوك.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78  /  106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79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Image Data: How Computers “See” Pixels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Tensors, Channels, and Local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ثلاث مراحل بيانات. حسّاس: شدات مكمّمة. تجهيز: تغيير حجم وقص وتوحيد وزيادة. دخل النموذج: دفعة × قنوات × H × W إلى التفافات الجذع.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كثير فشل التدريب يبدأ هنا مو في Adam. بيانات وسخة أو مقياس غلط، والمحسّن بريء.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القص العشوائي زيادة مو ضياع بيانات بس — يعلّم الثبات.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زين، ندخل الالتفاف.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كثير فشل يبدأ هنا لا في Adam.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ليش القص العشوائي زيادة؟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تطوّل في مكتبات الزيادة.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79  /  106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80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النواة مصفوفة صغيرة قابلة للتعلم — غالباً 3×3 — تستجيب لنمط محلي. عدة نوى تعطي رزمة خرائط ملامح.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كواشف الحافة الكلاسيكية مثل Sobel نوى ثابتة. CNN تتعلّم نوى المهمة من البيانات.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التكدّس يوسّع الحقل الاستقبالي: المبكر حواف، المتأخر أجزاء ودلالة.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النواة كلّها واحد؟ تعميم محلي، ضبابية. ما نشتق الالتفاف كنظرية إشارات اليوم.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صمتوا: نواة كلها واحد وش تسوي؟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تشتقوا الالتفاف كنظرية إشارات.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ليش عدة نوى؟ خرائط ملامح متعددة.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80  /  106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81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الالتفاف: النواة تنزلق، ضرب فجمع، فخريطة استجابة. نفس الأوزان في كل موضع — مشاركة مكانية.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هذا سبب قلة المعاملات مقابل MLP مسطّح على البكسلات. ما نحتاج وزن لكل بكسل.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نربح ترجمة تقريبية وكفاءة. البس الكلب فوق يمين أو تحت يسار، نفس المرشح يقدر يرد.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أشروا للانزلاق بإصبعكم على الرسم.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الانزلاق بإصبعك.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سؤال: وش نربح من مشاركة الوزن؟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الجواب: ترجمة تقريبية وكفاءة.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81  /  106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82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Sobel مثال لنواة حافة ثابتة. CNN ما تثبّت Sobel — بس ممكن تتعلّم شي يشبهه في الطبقات الأولى.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الدرس: المرشح أداة حساسية محلية، إما متعلّم أو مصمّم.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اتجاه الحافة على الرسم يوضح إن النواة مو رقم سحري، لها معنى.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ما نطالبكم تحفظون مصفوفة Sobel. نبي الفكرة.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أظهر اتجاه الحافة.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تطالبوا بحفظ مصفوفة Sobel.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Sobel ثابت ولا متعلّم؟ ثابت.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82  /  106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83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هيبَرباراميترات الالتفاف على الرسم: حجم النواة، الخطوة stride، والحشو padding.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الخطوة أكبر من 1 تصغّر المكان. الحشو يحفظ الحجم أو يتحكّم بالحدود.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أزرار تشكّل شكل الخريطة الجاية. C وH وW تتغيّر حسب الخيارات.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غلط شائع: تنسون إن عدد المرشحات يغيّر القنوات الخارجة.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بشكل الموتّر.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نسيان عدد المرشحات يغيّر C الخارجة.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stride أكبر من 1 وش يسوي للمكان؟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83  /  106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84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الجدول. حجم النواة: حجم الجوار المباشر. الخطوة: إنزال مكاني. الحشو: نفس الحجم أو السيطرة على الحافة.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3×3 شائع لأنه رخيص ويتكدّس لعمق استقبالي.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stride=2 تقريباً ينصّف ارتفاع وعرض الخريطة — حسب الحشو.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دقيقة لثلاثة صفوف ونطلع للكتل.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دقيقة للثلاثة صفوف.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stride=2 يفعل وش لحجم الخريطة تقريباً؟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تفتح dilation إلا لو سُئلت.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84  /  106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85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Depth, Regularization, and Residual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الكتلة المتبقية: y = F(x) + x. الشبكة تتعلّم التعديل F، والهوية تحمل التدرج.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هذا علاج عملي لتلاشي الإشارة في الشبكات العميقة مرّة — ربط مباشر بمرحلة التحسين.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الهوية مو غش. مسار تدرج نظيف. لو F قرّبت من صفر، الطبقات العميقة ما تؤذي الإشارة.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اكتبوا y = F(x)+x وكبّروا علامة الجمع. الجمع هو السر.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اكتب y = F(x)+x وكبّر الجمع.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الهوية مو غش — مسار تدرج.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التدرج يقدر يمشي عبر x؟ إي.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85  /  106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86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Depth, Regularization, and Residual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التكديس الكلاسيكي: التفاف فتنشيط فتجميع يختصر المكان ويعمّق الملامح.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شوفوا تتابع الصناديق: هيكل قريب من AlexNet قبل القفزة للمتبقيات.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التجميع يضحّي بالدقة المكانية مقابل ثبات وإيجاز. مو كل بكسل لازم يبقى.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امسحوا من الجذع للرأس. بعدين ResNet يضيف القفزة.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امسح العمق من الجذع للرأس.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التجميع يضحّي بدقة مكانية.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تفصّل أحجام كل طبقة.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86  /  106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87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Depth, Regularization, and Residual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كتلة ResNet: فرع يحسب F وفرع يمرّر x بعدين جمع. لو F قريبة من صفر فالطبقات العميقة ما تؤذي الإشارة.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عشان كذا قدروا يدرّبون مئة طبقة بعد 2015.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وين يروح التدرج لو F تشبّعت؟ عبر x، مسار الاختصار skip.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أشروا للاختصار. هذي الجملة تربط المرحلة 2 بالمرحلة 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skip.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التدرج وين يروح لو F مشبعة؟ عبر x.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اربط بتلاشي التدرج.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87  /  106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88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Depth, Regularization, and Residual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CNN القياسي: Conv2D بعدين ReLU بعدين MaxPool. AlexNet 2012: أول فوز واسع على ImageNet بـ ReLU وdropout وGPU. ResNet 2015: وصلات تخطّي فتدريب بمئة طبقة.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احفظوا الفكرة مو سنة الاختبار.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ثلاث محطات كأدوات، مو تاريخ للتباهي.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skip يحل تدرج العمق. أعيدوا الجملة هذي.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امشِ ثلاث محطات كأدوات.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skip يحل تدرج العمق — خلهم يعيدون الجملة.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تفتح EfficientNet إلا لو سُئلت.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88  /  106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89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Landmark ideas (simplified)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اللي تتذكرونه. Conv+MaxPool: استخراج وإنزال. AlexNet: مقياس وReLU وزيادة على GPU. ResNet: F(x)+x ومسارات تدرج.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جدول فكرة واحدة لكل اسم. يكفي.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نقفل الرؤية قبل التعلّم بالنقل. EfficientNet وغيرها لو سألتوا بس.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الجملة اللي تطلعوا فيها: مشاركة المكان + skip للعمق.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أغلق الرؤية قبل النقل.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تفتحوا EfficientNet إلا لو سُئلتم.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فكرة ResNet بجملة؟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89  /  106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90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 with Pretrained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Reuse Features, Adapt the 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التدريب المسبق على ملايين الصور — ImageNet مثلاً — يعلّم مرشحات منخفضة ومتوسطة قابلة للنقل: حواف وأنسجة.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الوصفة: بدّلوا رأس التصنيف. جمّدوا الجذع لو بياناتكم قليلة، أو اضبطوا بمعدّل صغير لو كبرت البيانات.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هذا يختصر الزمن والعيّنات الموسومة لمهمة رؤية جديدة.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سيناريو: 200 صورة قطط مقابل التدريب من صفر. النقل يساعد، بس ما يغني عن تنظيف البيانات.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سيناريو 200 صورة لو صمتوا.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تعد إن النقل يغني عن تنظيف البيانات.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وش نبدّل عادة؟ الرأس.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90  /  106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91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 with Pretrained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Reuse Features, Adapt the 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الرسم: جذع جاهز ورأس جديد. المعرفة تنتقل في المرشحات، مو في أسماء الأصناف القديمة.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رأس ImageNet بألف صنف ينرمى؛ الملامح تبقى.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لما البيانات تقل، نجمّد الجذع أول. القطع بين الجذع والرأس هو مكان الشغل.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شوفوا الخط الفاصل على الرسم.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القطع بين الجذع والرأس.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سؤال: وش نجمّد أول لما تقل البيانات؟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الجذع.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91  /  106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92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 with Pretrained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Reuse Features, Adapt the 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حجم الهدف يحدّد الجرأة. صغير: جمّد الجذع ودرّب الرأس. متوسط: اضبط الكتل العليا بمعدّل أصغر. كبير: ضبط كامل بمعدّل صغير.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المعدّل الصغير يحمي المرشحات المفيدة من الهدم.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غلط شائع: fine-tune كامل بمعدّل Adam الافتراضي العالي على بيانات قليلة. تخرب الملامح الزينة.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ثلاثة صفوف كسياسة، مو قانون فيزياء. زين؟ ننتقل للتسلسل.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امشِ ثلاثة صفوف كسياسة.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fine-tune كامل بـ LR عالي على بيانات قليلة.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بيانات صغيرة — وش الاستراتيجية؟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92  /  106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93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Sequential Data &amp; Vanilla RNNs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Transition, Unfolded Through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للتسلسل قانون انتقال واحد يتفرّد عبر الزمن: hₜ = φ(W_hh hₜ₋₁ + W_xh xₜ + b).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نفس الأوزان في كل خطوة. الحالة hₜ ملخص الماضي. هذا انحياز زمني مقابل انحياز CNN المكاني.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الفرد عبر الزمن = شبكة عميقة بعدد الخطوات. ومن هنا يجي التلاشي.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اكتبوا القانون وأشيروا لـ h السابق. الذاكرة مو ملف؛ متجه يتحدّث.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اكتب القانون وأشر إلى h السابق.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الفرد عبر الزمن = عمق بعدد الخطوات.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الأوزان تتغيّر كل خطوة؟ لا، نفسها.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93  /  106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94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Sequential Data &amp; Vanilla RNNs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Transition, Unfolded Through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الرسم الفرد: كل مربع نفس الخلية. الدخل يتوالى، والحالة تجري على الشريط.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التدريب خلف عبر الزمن يشبه ضرب مصفوفة الوزن عشرات المرات. عشان كذا الجمل الطويلة صعبة على RNN الخام.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جملة لازم تنسمع: 50 خطوة ≈ 50 ضربة للمصفوفة. مو ذاكرة سحرية.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أشروا للتكرار على الرسم. LSTM بعد شوي يعالج هالموضوع.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التكرار لا إلى ذاكرة سحرية.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جملة: 50 خطوة ≈ 50 ضرب مصفوفة.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تفتح LSTM قبل الشريحة.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94  /  106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95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Sequential Data &amp; Vanilla RNNs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Transition, Unfolded Through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النص والصوت والحساسات لهم ترتيب. لو خلطتوهم المعنى ينكسر. جملة الشرط في أولها والجواب في آخرها مثال واضح.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RNN تحفظ متجه حالة كملخص. مشاركة W كفاءة في المعاملات، بس الاعتمادات الطويلة تتلاشى أو تنفجر.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الكفاءة مو نفس الذاكرة الطويلة. لا تخلطون.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تمهّد ليش نحتاج LSTM.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أكد: الكفاءة ≠ ذاكرة طويلة.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إن صمتوا: جملة شرط في أولها جواب في آخرها.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ليش الخلط يكسر المعنى؟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95  /  106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96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Sequential Data &amp; Vanilla RNNs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Transition, Unfolded Through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الميزات والقيود على الجدول. مشاركة المعاملات: ما نقدر نوازي الخطوات بسهولة. تتبع hₜ: عملياً ما يحتفظ بذاكرة بعيدة.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صفّين يكفون. الانتقال الطبيعي: نحتاج مسار جمعي للحالة — الخلية في LSTM.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يعني RNN الخام حلوة للحدس، ضعيفة للمدى البعيد.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خلونا نفتح البوابات.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صفّان يكفيان.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الانتقال: مسار جمعي — خلية LSTM.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تطوّل في GRU إلا إشارة لو سُئلت.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96  /  106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97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LSTM: Gates for Long-Term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Forget, Input, Output — Cell State Flows Linearly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LSTM: حالة خلية cₜ تسير بمسار جمعي، فتخفّف تلاشي الإشارة مقارنة بـ tanh RNN الخام.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ثلاث بوابات على الرسم: نسيان، إدخال، إخراج. شوفوا تدفق c الأفقي — هذا الشريط الناقل.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ما نطلب تحفظون كل σ وtanh في الخلية من أول عرض. نبي الدور الحدسي.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أشروا لـ c قبل البوابات. هذي الذاكرة الأطول، أقرب من hₜ.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c قبل البوابات.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تطلبوا حفظ كل σ وtanh من أول عرض.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الشريط الناقل وش هو؟ cₜ.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97  /  106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98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LSTM: Gates for Long-Term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Forget, Input, Output — Cell State Flows Linearly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بوابة النسيان تقرر كم نمسح من الماضي. الإدخال مع المرشح يكتب معلومات جديدة. الإخراج يصفّي اللي يظهر كـ hₜ للخطوة الجاية.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الذاكرة الطويلة مو ملف على الديسك. مسار جمعي تتحكّم فيه بوابات.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متى نبي ننسى؟ لما الموضوع يتغيّر في النص. الجملة الجديدة ما تحتاج كل الماضي.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امشوا ثلاث جمل بالترتيب على الرسم.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امشِ ثلاث جمل بالترتيب على الرسم.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إن صمتوا: متى نبي ننسى؟ تغيّر الموضوع.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تدخل معادلات البوابات كاملة إلا لو طلبوا.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98  /  106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99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LSTM: Gates for Long-Term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Forget, Input, Output — Cell State Flows Linearly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fₜ تمسح اللي ما يلزم. iₜ تسمح بدخول المرشح الجديد. oₜ تُظهر جزء من الخلية كـ hₜ.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احفظوا الدور الحدسي؛ الصيغ في المعمل.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غلط شائع: تعتبرون hₜ هي الذاكرة الطويلة. الطويلة أقرب لـ cₜ.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دقيقة لثلاثة صفوف ونقفل التسلسل على هالحدس.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دقيقة للثلاثة صفوف.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خطأ شائع: hₜ = الذاكرة الطويلة. لا، cₜ أقرب.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النسيان أي بوابة؟ fₜ.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99  /  106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100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4: Generative Models &amp; Reconstruction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Models and Representation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المرحلة 4 قصيرة: حوالي ١٥ دقيقة. تمثيل من غير تسمية صريحة، وإعادة بناء.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المرمّز التلقائي الأساس: ضغط لعنق زجاجة بعدين إعادة تكوين الدخل. الخسارة تعاقب الفشل في استعادة x.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ما نفتح GAN أو انتشار اليوم إلا إشارة. الهدف x̂ ≈ x، مو تسمية صنف y.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زاوية ثانية: تعلّم بلا ليبل تصنيف.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تفتحوا GAN أو انتشار إلا إشارة.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ثبّتوا: الهدف x̂ ≈ x لا صنف.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نحتاج y؟ لا.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100  /  106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101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4: Generative Models &amp; Reconstruction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Models and Representation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صف واحد يكفي فكرياً: دخل غير موسوم x، هدف ضغط وإعادة بناء. هذا غير المصنّف اللي يبي y.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العنق يجبر تمثيل مختصر. لو الزجاجة واسعة مرّة، الشبكة تغش وتنسخ.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اقرأوا الأعمدة: مفهوم، دخل، هدف.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هل نحتاج تسميات أصناف لـ AE؟ لا. زين، نفتح الرسم.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اقرأوا الأعمدة: مفهوم دخل هدف.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هل نحتاج تسميات أصناف لـ AE؟ لا.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خلطوا مع GAN صحّح: اليوم إعادة بناء.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101  /  106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102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Autoencoders (AE): Compression and Reconstruction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 → Bottleneck → Decoder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الرسم: مرمّز إلى z بعدين فاك إلى x̂. الوسط أضيق — عنق الزجاجة.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نجح إعادة البناء، الرمز z حامل كفاية من x. لو فشل على نقطة، ممكن شذوذ.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الضيق في الوسط هو الفكرة كلها. باقي المتغيرات نسخ على هالصورة.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أشروا للعنق. لا توسّعونه في الشرح أكثر من الرسم.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الضيق في الوسط.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هذي صورة كل متغيرات AE الجاية.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وين الضغط؟ الوسط.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102  /  106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103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Autoencoders (AE): Compression and Reconstruction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 → Bottleneck → Decoder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المرمّز f يعطي z = f(x). الفاك g يعيد x̂ ≈ x. العنق يفرض ضغط — مفيد لإزالة الضجيج (ضجيج→نظيف) ولاكتشاف الشذوذ (خطأ إعادة بناء عالي).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AE خطي مع MSE يقرب من PCA في شروط معينة. غير الخطي يتعلّم متشعب منحني.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من شاف إعادة بناء في كشف عطل؟ AE مو توليد صور فنية. ذاك أبعد.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خلّوا الاستخدام عملي: ضغط، تنظيف، شذوذ.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استطلاع: إعادة بناء في كشف عطل؟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تساووا AE بتوليد صور فنية.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خطأ إعادة بناء عالي ممكن يعني؟ شذوذ.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103  /  106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104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Autoencoders (AE): Compression and Reconstruction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 → Bottleneck → Decoder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0972800" cy="248735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0460736" cy="19204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متغيرات. إزالة الضجيج: أفسد الدخل وأعد النظيف. متناثر: عقوبة على التنشيط لرموز مفيدة. تقلّصي: عقوبة حساسية الرمز لتغيّر صغير في الدخل — خريطة أنعم.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فكرة واحدة لكل صف. لا تحفظون الأسماء بدون الدور.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نقفل المرحلة 4: تمثيل وإعادة بناء، مو مصنّف.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ثلاث أفكار باقيّة للخروج بعد هالشريحة.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198"/>
            <a:ext cx="10972800" cy="1673169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09926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39110"/>
            <a:ext cx="10460736" cy="11062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فكرة واحدة لكل صف.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أغلقوا المرحلة 4: تمثيل وإعادة بناء لا مصنّف.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تحقق: denoising AE وش فكرته؟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104  /  106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105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 Ideas to 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Leave with these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يا شباب ثلاث جمل تطلعون فيها، ولو نسيتوا التفاصيل باقي هالثلاث.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الأولى: العصبون z = wᵀx + b بعدين a = f(z)، والعمق يحتاج غير خطية بين الطبقات.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الثانية: الانتشار الخلفي قاعدة سلسلة على رسم؛ راقبوا التلاشي ومعدّل التعلّم وقطار مقابل تحقق.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الثالثة: CNN تشارك مرشحات المكان، RNN تشارك أوزان الزمن، وننظّم عشان نعمّم. لا تزيدون رابعة الحين.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اقرأ الثلاث ببطء ولا تضيف رابعة.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اطلب من ثلاثة طلاب جملة واحد لكل فكرة.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لو تعثّروا ساعد بالكلمة الأولى بس.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105  /  106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· دليل المحاضر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438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106 / 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Labs: code/15- Deep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0972800" cy="2609331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قل للطلاب: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13432"/>
            <a:ext cx="10460736" cy="20424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يا شباب شكراً لكم. المعمل في code/15- Deep Learning: طبّقوا الخلية، المرور الأمامي، والخسارة، بعدين نموذج صغير للصورة أو التسلسل حسب الدفتر.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الشرائح الإنجليزي مرجعكم. هالدليل كان لصوتي اليوم.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مسار المجلد اكتبوه حرفي عشان ما تضيعون في code/.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الأسبوع الجاي NLP يبني على التمثيل والتسلسل. إلى اللقاء، وتعالوا للمعمل جاهزين.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867"/>
            <a:ext cx="10972800" cy="17615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1595"/>
            <a:ext cx="104607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rtl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توضيح: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0779"/>
            <a:ext cx="10460736" cy="1194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أشر إلى مسار المجلد حرفياً.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أسبوع 3 بجملة: NLP يبني على التمثيل والتسلسل.</a:t>
            </a:r>
          </a:p>
          <a:p>
            <a:pPr algn="r" rtl="1">
              <a:spcAft>
                <a:spcPts val="400"/>
              </a:spcAft>
            </a:pPr>
            <a:r>
              <a:rPr sz="1500" b="0" rtl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لا تفتح دفتر المعمل بالكامل هنا — خلهم يفتحونه هناك.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106  /  106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