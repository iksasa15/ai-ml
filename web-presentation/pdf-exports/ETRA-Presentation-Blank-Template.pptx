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03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X  ·  Session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Presentation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Subtitle — one clear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Slide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Optional subtitle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First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Second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Third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Fourth 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Compare / two columns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2120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2120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3774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Title + cards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212080" cy="17373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Supporting copy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5212080" cy="17373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42316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Supporting 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69080"/>
            <a:ext cx="5212080" cy="17373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Card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Supporting copy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69080"/>
            <a:ext cx="5212080" cy="17373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389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Card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8463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Supporting copy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Section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“A short centered message or quote.”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@etrahub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