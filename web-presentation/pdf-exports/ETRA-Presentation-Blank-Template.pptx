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Template  ·  How to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00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ETRA presentation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Soft · minimal · 16:9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Duplicate a layout, then replace the placeholder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8346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Keep headers light — section label only.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747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4747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Use accent sparingly for current items and key words.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14799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114799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Prefer short titles and calm spacing.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502920"/>
            <a:ext cx="695110" cy="640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9659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Week X  ·  Session 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23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Presentation title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383280"/>
            <a:ext cx="1097280" cy="10972"/>
          </a:xfrm>
          <a:prstGeom prst="rect">
            <a:avLst/>
          </a:prstGeom>
          <a:solidFill>
            <a:srgbClr val="E8E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Subtitle — one clear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Trainer  ·  Date  ·  Organization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502920"/>
            <a:ext cx="645459" cy="594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Week X  ·  Session 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Section title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00400"/>
            <a:ext cx="1097280" cy="10972"/>
          </a:xfrm>
          <a:prstGeom prst="rect">
            <a:avLst/>
          </a:prstGeom>
          <a:solidFill>
            <a:srgbClr val="E8E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Short focus line for this section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Section  ·  Topic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Slide title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Optional subtitle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First 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8346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Second 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7472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4747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Third 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14799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114799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Fourth point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Section  ·  Topic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Two ideas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Side by side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48840"/>
            <a:ext cx="5029200" cy="3657600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2148840"/>
            <a:ext cx="5029200" cy="3657600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46888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Left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46888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Right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017520"/>
            <a:ext cx="4297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Supporting copy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017520"/>
            <a:ext cx="4297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Supporting copy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Section  ·  Topic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960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21E36"/>
                </a:solidFill>
                <a:latin typeface="Helvetica"/>
                <a:ea typeface="Helvetica"/>
                <a:cs typeface="Helvetica"/>
              </a:rPr>
              <a:t>Concept title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Definition or explanation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48840"/>
            <a:ext cx="10515600" cy="3657600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3832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Body paragraph goes 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A7496"/>
                </a:solidFill>
                <a:latin typeface="Helvetica"/>
                <a:ea typeface="Helvetica"/>
                <a:cs typeface="Helvetica"/>
              </a:rPr>
              <a:t>Section  ·  Topic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26880" y="29260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10515600" cy="10972"/>
          </a:xfrm>
          <a:prstGeom prst="rect">
            <a:avLst/>
          </a:prstGeom>
          <a:solidFill>
            <a:srgbClr val="E8E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tr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20040"/>
            <a:ext cx="546157" cy="502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1097280"/>
            <a:ext cx="10515600" cy="4937760"/>
          </a:xfrm>
          <a:prstGeom prst="roundRect">
            <a:avLst>
              <a:gd name="adj" fmla="val 12000"/>
            </a:avLst>
          </a:prstGeom>
          <a:solidFill>
            <a:srgbClr val="F4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C8C0DE"/>
                </a:solidFill>
                <a:latin typeface="Helvetica"/>
                <a:ea typeface="Helvetica"/>
                <a:cs typeface="Helvetica"/>
              </a:rPr>
              <a:t>Visual / diagram area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