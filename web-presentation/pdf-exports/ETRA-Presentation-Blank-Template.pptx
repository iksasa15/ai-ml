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How to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ETRA presentation 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Empty layouts · brand-ready · 16:9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2496312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532888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532888"/>
            <a:ext cx="9601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Duplicate a layout slide, then replace the placeholder copy.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" y="3364992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01568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01568"/>
            <a:ext cx="9601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Keep the header tag + topic label; update the slide number.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8" y="4233672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0248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70248"/>
            <a:ext cx="9601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Accent #5234B7 — use for rules, tags, and emphasis only.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37759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1248" y="5102351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38927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38927"/>
            <a:ext cx="9601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Prefer short titles and one idea per bullet or card.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6565392"/>
            <a:ext cx="870508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3840480"/>
            <a:ext cx="3474720" cy="347472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989320"/>
            <a:ext cx="12191695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365760"/>
            <a:ext cx="1042664" cy="960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169164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9928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ETRA  · 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987552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6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Presentation title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8686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Subtitle — session focus in one clear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99632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Trainer name   ·   Date   ·   Organization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6565392"/>
            <a:ext cx="544068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371600"/>
            <a:ext cx="5029200" cy="5029200"/>
          </a:xfrm>
          <a:prstGeom prst="ellipse">
            <a:avLst/>
          </a:prstGeom>
          <a:solidFill>
            <a:srgbClr val="1E1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3200400"/>
            <a:ext cx="4572000" cy="4572000"/>
          </a:xfrm>
          <a:prstGeom prst="ellipse">
            <a:avLst/>
          </a:prstGeom>
          <a:solidFill>
            <a:srgbClr val="221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576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0" b="1">
                <a:solidFill>
                  <a:srgbClr val="2A2255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365760"/>
            <a:ext cx="943363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148840"/>
            <a:ext cx="2834640" cy="347472"/>
          </a:xfrm>
          <a:prstGeom prst="roundRect">
            <a:avLst>
              <a:gd name="adj" fmla="val 50000"/>
            </a:avLst>
          </a:prstGeom>
          <a:solidFill>
            <a:srgbClr val="2A1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67128"/>
            <a:ext cx="2834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9E59CD"/>
                </a:solidFill>
                <a:latin typeface="Helvetica"/>
                <a:ea typeface="Helvetica"/>
                <a:cs typeface="Helvetica"/>
              </a:rPr>
              <a:t>WEEK X  ·  SESSION 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058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Section title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371600" cy="64008"/>
          </a:xfrm>
          <a:prstGeom prst="roundRect">
            <a:avLst>
              <a:gd name="adj" fmla="val 50000"/>
            </a:avLst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8686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One sentence describing what this section covers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292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47488"/>
            <a:ext cx="1417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Topic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50292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160" y="5047488"/>
            <a:ext cx="1417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Topic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502920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5047488"/>
            <a:ext cx="1417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Topic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6565392"/>
            <a:ext cx="2393899" cy="91440"/>
          </a:xfrm>
          <a:prstGeom prst="roundRect">
            <a:avLst>
              <a:gd name="adj" fmla="val 50000"/>
            </a:avLst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Slide title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Optional supporting 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47802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14600"/>
            <a:ext cx="98755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First key point — replace with your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34670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83280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98755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Second key point — keep one idea per 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421538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251960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51960"/>
            <a:ext cx="98755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Third key point — short and concrete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37759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5084063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20639"/>
            <a:ext cx="4206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20639"/>
            <a:ext cx="98755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Fourth key point — optional detail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6565392"/>
            <a:ext cx="4134916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Compare two ideas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Side-by-side structure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286000"/>
            <a:ext cx="5257800" cy="38404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40280"/>
            <a:ext cx="5257800" cy="3840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40280"/>
            <a:ext cx="82296" cy="38404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96312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Left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26080"/>
            <a:ext cx="475488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Add definition, steps, or bullet points here.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2286000"/>
            <a:ext cx="5257800" cy="38404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2240280"/>
            <a:ext cx="5257800" cy="3840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240280"/>
            <a:ext cx="82296" cy="38404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496312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Right idea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926080"/>
            <a:ext cx="475488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Mirror structure for a clean comparison.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6565392"/>
            <a:ext cx="5440680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05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Concept title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Definition or explanation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286000"/>
            <a:ext cx="10881360" cy="2468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40280"/>
            <a:ext cx="10881360" cy="2468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40280"/>
            <a:ext cx="82296" cy="2468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96312"/>
            <a:ext cx="10378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Core explanation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26080"/>
            <a:ext cx="1037844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Write 2–4 sentences. Keep the language concrete and trainee-friendly.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1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80"/>
            <a:ext cx="91440" cy="105156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20640"/>
            <a:ext cx="10241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KEY TAKEAWAY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440680"/>
            <a:ext cx="10241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One memorable sentence the trainee should leave with.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6565392"/>
            <a:ext cx="6746443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06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Three pillars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Equal-weight cards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3429000" cy="109728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651760"/>
            <a:ext cx="2834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154680"/>
            <a:ext cx="2834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Pillar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49039"/>
            <a:ext cx="28346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Short supporting copy for this pillar.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4340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2286000"/>
            <a:ext cx="3429000" cy="10972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651760"/>
            <a:ext cx="2834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154680"/>
            <a:ext cx="2834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Pillar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749039"/>
            <a:ext cx="28346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Short supporting copy for this pillar.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429000" cy="109728"/>
          </a:xfrm>
          <a:prstGeom prst="rect">
            <a:avLst/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2651760"/>
            <a:ext cx="2834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154680"/>
            <a:ext cx="28346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Pillar three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749039"/>
            <a:ext cx="28346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Short supporting copy for this pillar.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6565392"/>
            <a:ext cx="8052206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07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280160" y="1554480"/>
            <a:ext cx="960120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0160" y="1554480"/>
            <a:ext cx="128016" cy="4206240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2011680"/>
            <a:ext cx="8412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REMEMBER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651760"/>
            <a:ext cx="841248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“Write the one sentence you want every trainee to repeat.”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46320"/>
            <a:ext cx="1097280" cy="54864"/>
          </a:xfrm>
          <a:prstGeom prst="roundRect">
            <a:avLst>
              <a:gd name="adj" fmla="val 50000"/>
            </a:avLst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5074920"/>
            <a:ext cx="8229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Optional attribution or session cue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6565392"/>
            <a:ext cx="9357969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417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1168"/>
            <a:ext cx="68580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08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1051560"/>
            <a:ext cx="1088136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280160"/>
            <a:ext cx="320040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1280160"/>
            <a:ext cx="36576" cy="32004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018520" y="1280160"/>
            <a:ext cx="320040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018520" y="1280160"/>
            <a:ext cx="36576" cy="32004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5669280"/>
            <a:ext cx="320040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669280"/>
            <a:ext cx="36576" cy="32004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18520" y="5669280"/>
            <a:ext cx="320040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18520" y="5669280"/>
            <a:ext cx="36576" cy="32004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23560" y="2880360"/>
            <a:ext cx="914400" cy="91440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3063240"/>
            <a:ext cx="1737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0233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Drop a diagram, screenshot, or freeform visual here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6565392"/>
            <a:ext cx="10337292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