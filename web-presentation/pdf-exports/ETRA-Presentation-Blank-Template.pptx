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Template  ·  How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00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ETRA presentation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Soft · minimal · 16:9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Duplicate a layout, then replace the placeholder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Keep headers light — section label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Use accent sparingly for current items and key words.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Prefer short titles and calm spacing.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9511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X  ·  Session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Presentation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38328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Subtitle — one clear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Trainer  ·  Date  ·  Organization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45459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X  ·  Session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Section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Short focus line for this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Slide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Optional subtitle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First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Second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Third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Fourth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Two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50292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50292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Left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468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175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Supporting copy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175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Supporting 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Concept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Definition or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105156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Body paragraph goes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1097280"/>
            <a:ext cx="10515600" cy="493776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Visual / diagram area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