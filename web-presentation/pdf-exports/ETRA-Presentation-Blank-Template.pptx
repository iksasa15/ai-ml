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0" y="731520"/>
            <a:ext cx="5943600" cy="5029200"/>
          </a:xfrm>
          <a:prstGeom prst="ellipse">
            <a:avLst/>
          </a:prstGeom>
          <a:solidFill>
            <a:srgbClr val="2A1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031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X  ·  Session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Presentation title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56616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8620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EE8FA"/>
                </a:solidFill>
                <a:latin typeface="DIN Next LT W23"/>
                <a:ea typeface="DIN Next LT W23"/>
                <a:cs typeface="DIN Next LT W23"/>
              </a:rPr>
              <a:t>Subtitle — one clear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Slide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Optional subtitle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First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Second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Third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1421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14216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Fourth point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02  / 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Compare / two columns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52120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2103120"/>
            <a:ext cx="52120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Left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3774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03  / 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Title + cards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5212080" cy="17373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Card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Supporting copy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5212080" cy="17373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4231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Card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88036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Supporting copy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69080"/>
            <a:ext cx="5212080" cy="17373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3891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Card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4632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Supporting copy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069080"/>
            <a:ext cx="5212080" cy="17373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43891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Card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484632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Supporting copy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04  / 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“A short centered message or quote.”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05  / 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0" y="731520"/>
            <a:ext cx="5943600" cy="5029200"/>
          </a:xfrm>
          <a:prstGeom prst="ellipse">
            <a:avLst/>
          </a:prstGeom>
          <a:solidFill>
            <a:srgbClr val="2A1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@etrahub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