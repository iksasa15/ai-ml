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554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01168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49840" y="3520440"/>
            <a:ext cx="128016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3794760"/>
            <a:ext cx="5669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pic>
        <p:nvPicPr>
          <p:cNvPr id="9" name="Picture 8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120640" cy="2726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سيخرج به المتدرب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426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609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243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9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118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815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570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753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387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142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325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959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71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89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53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2769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  <p:pic>
        <p:nvPicPr>
          <p:cNvPr id="31" name="Picture 3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276998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دقيقة — 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يعطى كل متدرب ملف تقرير 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واجب قصير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 وارسالها غدا.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يجب ان يملكه المتدرب قبل المغادرة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 (الواجب)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  <p:pic>
        <p:nvPicPr>
          <p:cNvPr id="31" name="Picture 3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276998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دقيقة — 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  <p:pic>
        <p:nvPicPr>
          <p:cNvPr id="26" name="Picture 25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276998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  <p:pic>
        <p:nvPicPr>
          <p:cNvPr id="26" name="Picture 25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2769984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دقيقة — 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درجات واضحة للمدرب والفرق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ملاحظات لتنظيم القاعة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بدء الورشة — لتفادي إضاعة الوقت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رابط سحابي مسبق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Google Drive أو Notion: روابط الأدوات + Cheatsheet للأوامر.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حسابات جاهزة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فتح الحسابات المجانية على الأدوات الأساسية قبل اليوم الأول.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توزيع PDF التمرين الإداري وبيانات Excel التجريبية مسبقا.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سريعة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إنترنت مستقر وشاشات عرض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سماعة/ميكروفون للجلسات التي تتضمن فيديو وصوت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وقت احتياطي قصير بين الجلسات لتفعيل الحسابات الطارئة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قناة دعم سريعة (WhatsApp/Slack) لأسئلة الأدوات أثناء التطبيق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محتوى الرابط السحابي المقترح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يوزع على المشتركين قبل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روابط الادوات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ChatGPT, Claude, Gemini, Perplexity, Midjourney, Gamma, HeyGen, Zapier.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Cheatsheet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الاوامر + هيكل الصورة + سكربت الفيديو + اسئلة التحليل.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ملفات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PDF اداري + Excel تجريبي + نموذج تقييم المشروع.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