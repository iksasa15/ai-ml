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6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الاصطناعي التوليدي</a:t>
            </a:r>
          </a:p>
          <a:p>
            <a:pPr algn="r" rtl="1">
              <a:spcAft>
                <a:spcPts val="400"/>
              </a:spcAft>
            </a:pPr>
            <a:r>
              <a:rPr sz="36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443484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ما الذي سيخرج به المتدرب في ثلاثة أيام؟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أوامر احترافية تقلل الهلوسة وترفع جودة المخرجات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إنتاج محتوى عمل يومي: تقارير، مراسلات، ومنشورات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بيانات جداول بلغة بشرية وبناء مسارات أتمتة بسيطة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الموثق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صياغة تقلل الغموض وترفع جودة الإجابة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السياق: ماذا حدث؟ ما الملف؟ ما القيود؟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الدور (Persona): من هو النموذج؟ خبير قانوني، محرر، محلل…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الجمهور المستهدف: مدير تنفيذي، عملاء، فريق داخلي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شكل المخرجات (Format): جدول، نقاط، إيميل، JSON، تقرير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انسخ وعدل — هيكل احترافي كامل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السياق: [صف الموقف / الملف / القيود]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الدور: أنت [خبير / محرر / محلل] بخبرة في [المجال]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الجمهور: اكتب لـ [مدير تنفيذي / عملاء / فريق]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الشكل: أخرج النتيجة كـ [نقاط / جدول / إيميل / تقرير]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49560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560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المهمة: [اكتب المطلوب النهائي بجملة واضحة]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فرق الجودة يبدأ من صياغة الطلب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امر ضعيف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لي عن التقرير.</a:t>
            </a:r>
          </a:p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نتيجة عامة، بلا جمهور، وبلا شكل.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امر قوي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انت محلل اداري. لخص تقرير المبيعات لمدير تنفيذي في 5 نقاط + توصية واحدة. لا تخترع ارقاما.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Few-Shot / CoT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اعط مثالين للنبرة المطلوبة، واطلب التفكير خطوة بخطوة قبل الإجابة النهائية.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اخطاء شائعة في هندسة الاوامر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طلب غامض بلا سياق ولا هدف واضح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عدم تحديد الجمهور او مستوى الرسمية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عدم تحديد شكل المخرجات (جدول / إيميل / نقاط)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قبول الإجابة بلا تحقق من الارقام والمصادر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44200" y="41422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4223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إنتاج المحتوى الاحترافي وتطبيقات العمل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لهجات ومستويات رسمية متعددة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إيميلات رسمية بلهجة مؤسسية أو ودية حسب الجمهور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كتابة تقارير إدارية مختصرة مع ملخص تنفيذي في الأعلى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البحث الموثق والتعامل مع الملفات الضخمة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بحث موثق وتحليل ملفات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المعزز بالمصادر الحية ومقارنة الادعاءات بدقة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طلب جداول مقارنة واستشهادات بدل فقرات عامة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قبل ارسال اي ملخص او تقرير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توجد مصادر قابلة للفتح والمراجعة؟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قارنت بين مصدرين على الاقل للادعاءات المهمة؟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راجعت الارقام والاسماء والتواريخ يدويا؟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فصلت بين الحقائق وبين توصيات النموذج؟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حددت ما هو غير مؤكد بدل اختراعه؟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دقيقة — 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يعطى كل متدرب ملف تقرير 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واجب قصير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صغ امرا واحدا قويا لمهمة حقيقية من عملك وارسالها غدا.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ما يجب ان يملكه المتدرب قبل المغادرة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ملف Cheat Sheet شخصي لامر احترافي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ملخص PDF + إيميل رسمي + 3 تغريدات من التمرين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قائمة اخطاء شائعة لتجنبها غدا في المحتوى والوسائط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امر واحد جاهز لمهمة عمل حقيقية (الواجب)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توليد الصور والرسومات الاحترافية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أساسيات أوامر الصور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الإضاءة: طبيعية، استوديو، ذهبية، ناعمة…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زوايا الكاميرا: علوية، عين المستوى، قريبة للمنتج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موضوع + اسلوب + اضاءة + زاوية + نسبة + قيود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الموضوع: ماذا يظهر؟ منتج، شخص، مشهد، خلفية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الاسلوب: واقعي / مسطح / ثلاثي ابعاد / هوية العلامة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النسبة: 1:1 للمنصات، 16:9 للعروض، 9:16 للقصص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تصميم العروض التقديمية التفاعلية بالكامل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نص إلى عرض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تخصيص القوالب وإعادة صياغة البطاقات الذكية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تضمين الرسوم البيانية والحفاظ على هوية بصرية موحدة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قبل مشاركة الرابط او التصدير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عنوان كل شريحة واضح في 6 كلمات او اقل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شريحة واحدة = فكرة واحدة فقط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اقل نص ممكن: نقاط قصيرة لا فقرات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تباين بصري جيد بين النص والخلفية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إنتاج وتعديل الفيديو والأصوات بالذكاء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اخطاء شائعة في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استخدام صور/اصوات دون مراعاة حقوق الاستخدام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لهجة صوت لا تناسب الجمهور او العلامة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فيديو اطول من اللازم يفقد الانتباه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اسلوب بصري عشوائي بين الصورة والعرض والفيديو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44200" y="41422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4223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دقيقة — 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حزمة اعلان جاهزة للمشاركة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صورة منتج باسلوب وهوية محددة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عرض من 4 شرائح يشرح الفكرة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فيديو 30 ثانية بمتحدث رقمي او صوت طبيعي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تحليل البيانات واتخاذ القرارات الذكية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ملفات Excel وCSV المعقدة وتحليلها بلغة بسيطة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التنبؤ بالاتجاهات واستنتاج توصيات تشغيلية ومالية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انسخ بعد رفع الملف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لخص اعمدة البيانات وابرز 5 مؤشرات رئيسية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اكتشف القيم الشاذة والصفوف الناقصة واشرح اثرها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قارن الاداء حسب الشهر / المنتج / المنطقة في جدول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اقترح 3 توصيات تشغيلية مبنية على البيانات فقط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أتمتة المهام اليومية والربط بين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ماذا نربط؟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Gmail وNotion وSlack وDrive كتطبيقات يومية شائعة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محفز (Trigger) → خطوة ذكاء اصطناعي → إجراء (Action)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مثال: إيميل عميل → تلخيص → صف في جدول → مسودة رد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مسارات سريعة وموصلات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لا تفعل المسار قبل هذه النقاط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ما المحفز بالضبط؟ (إيميل جديد / نموذج / رسالة Slack)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توجد بيانات حساسة يجب حجبها قبل ارسالها للنموذج؟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ما مسار الفشل؟ تنبيه بشري عند خطأ او نقص بيانات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الرد النهائي يحتاج موافقة بشرية قبل الارسال؟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بناء مساعد شخصي مخصص بدون برمجة ومستقبل العمل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من الهدف الى الاختبار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ملكية المحتوى المولد وسياسات الاستخدام المؤسسي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عدم رفع بيانات سرية إلى أدوات غير معتمدة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البشري قبل نشر أو إرسال مخرجات حساسة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دقيقة — 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درجات واضحة للمدرب والفرق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ماذا تطبق عند الرجوع للعمل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اليوم 1-2: ثبت قالب امر احترافي لمهامك المتكررة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اليوم 3-4: انتج حزمة وسائط واحدة لحملة او منتج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اليوم 5: حلل ملفا جدولا حقيقيا واكتب 3 توصيات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اليوم 6: ابن مسارا اتوماتيا واحدا او Custom GPT بسيط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ملاحظات لتنظيم القاعة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قبل بدء الورشة — لتفادي إضاعة الوقت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رابط سحابي مسبق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Google Drive أو Notion: روابط الأدوات + Cheatsheet للأوامر.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حسابات جاهزة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فتح الحسابات المجانية على الأدوات الأساسية قبل اليوم الأول.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ملف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توزيع PDF التمرين الإداري وبيانات Excel التجريبية مسبقا.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قائمة تحقق 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إنترنت مستقر وشاشات عرض واضحة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سماعة/ميكروفون للجلسات التي تتضمن فيديو وصوت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وقت احتياطي قصير بين الجلسات لتفعيل الحسابات الطارئة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012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قناة دعم سريعة (WhatsApp/Slack) لأسئلة الأدوات أثناء التطبيق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محتوى الرابط السحابي المقترح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ما يوزع على المشتركين قبل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روابط الادوات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ChatGPT, Claude, Gemini, Perplexity, Midjourney, Gamma, HeyGen, Zapier.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Cheatsheet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قوالب الاوامر + هيكل الصورة + سكربت الفيديو + اسئلة التحليل.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ملفات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PDF اداري + Excel تجريبي + نموذج تقييم المشروع.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4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