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2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1719072"/>
            <a:ext cx="3977639" cy="223742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ستتعلم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237469" y="1371600"/>
            <a:ext cx="249698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769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goo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امر جاهز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انسخه وعدل الحقول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التمرين العملي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→ الصق → راجع → سلم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per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ملف التقرير PDF أمامك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منزلي اختياري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مخرجاتك في نهاية اليوم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1: صياغة وتلخيص ومحتوى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تلخيص تقرير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محلل اداري. لخص الملف في 5 نقاط + توصية. لا تخترع ارقاما.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التالية إلى إيميل رسمي للمدير التنفيذي بلهجة مهنية قصيرة.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سريع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قصيرة من نفس الملخص لجمهور مهني على LinkedIn.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736152" y="1371600"/>
            <a:ext cx="1499615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7726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can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an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52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0604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96079568" y="1371600"/>
            <a:ext cx="2812783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79340800" y="2331720"/>
            <a:ext cx="4160520" cy="296288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60604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zap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856" y="4663440"/>
            <a:ext cx="1781807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