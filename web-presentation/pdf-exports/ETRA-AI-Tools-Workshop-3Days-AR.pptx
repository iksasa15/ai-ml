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7.png"/><Relationship Id="rId5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25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79340800" y="1719072"/>
            <a:ext cx="3977639" cy="223742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ستتعلم في ثلاثة أيام؟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احترافية تقلل الهلوسة وترفع جودة المخرجات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محتوى عمل يومي: تقارير، مراسلات، ومنشورات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بيانات جداول بلغة بشرية وبناء مسارات أتمتة بسيطة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وصناعة المحتوى والبحث الذكي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96237469" y="1371600"/>
            <a:ext cx="249698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مدخل GenAI وهندسة الأوامر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المحتوى الاحترافي والعمل اليومي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 الضخمة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كيف تعمل النماذج اللغوية وصياغة أوامر دقيقة قابلة للتكرار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ero-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79340800" y="2331720"/>
            <a:ext cx="4160520" cy="27697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نماذج لغوية تولد نصا وصورا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تتنبأ بالكلمة التالية اعتمادا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صياغة تقلل الغموض وترفع جودة الإجابة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ماذا حدث؟ ما الملف؟ ما القيود؟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 (Persona): من هو النموذج؟ خبير قانوني، محرر، محلل…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 المستهدف: مدير تنفيذي، عملاء، فريق داخلي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(Format): جدول، نقاط، إيميل، JSON، تقرير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الجودة: الطول، اللهجة، المصادر، ما يجب تجنبه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قدم مثالين أو ثلاثة داخل الأمر ليقلد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مصادر، قل «لا أعرف إن لم تكن متأكدا»،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وتحليل ومساعد يومي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ملفات طويلة وصياغة دقيقة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وعدل — هيكل احترافي كامل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[صف الموقف / الملف / القيود]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[خبير / محرر / محلل]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عملاء / فريق]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[X]، اللهجة [رسمية]، قل لا اعرف إن لم تكن متاكدا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[اكتب المطلوب النهائي بجملة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امر جاهز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انسخه وعدل الحقول فقط</a:t>
            </a:r>
          </a:p>
        </p:txBody>
      </p:sp>
      <p:pic>
        <p:nvPicPr>
          <p:cNvPr id="11" name="Picture 10" descr="filled-prompt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التمرين العملي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افتح → الصق → راجع → سلم</a:t>
            </a:r>
          </a:p>
        </p:txBody>
      </p:sp>
      <p:pic>
        <p:nvPicPr>
          <p:cNvPr id="11" name="Picture 10" descr="practice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امر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الجودة يبدأ من صياغة الطلب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و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امثلة داخل الأمر + تفكير خطوة بخطوة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اعط مثالين او ثلاثة للنبرة والشكل المطلوبين داخل الأمر.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للمهام المعقدة.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قيد الدقة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قل: لا تخترع ارقاما، وقل لا اعرف إن لم تكن متأكدا.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هندسة الاوامر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سياق ولا هدف واضح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او مستوى الرسمية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شكل المخرجات (جدول / إيميل / نقاط)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الإجابة بلا تحقق من الارقام والمصادر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اوامر طويلة بلا اولوية: ضع المهمة الاهم اولا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المحتوى الاحترافي وتطبيقات العمل اليومي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الأفكار الخام إلى مراسلات وتقارير ومحتوى تسويقي جاهز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لهجات ومستويات رسمية متعددة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إيميلات رسمية بلهجة مؤسسية أو ودية حسب الجمهور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تقارير إدارية مختصرة مع ملخص تنفيذي في الأعلى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عمل يومي جاهزة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القالب واملأ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+ 3 نقاط + طلب إجراء + خاتمة.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إداري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+ ما حدث + الارقام + المخاطر + التوصية.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LinkedIn /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+ قيمة واحدة + دليل قصير + دعوة للتفاعل.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والتعامل مع الملفات الضخمة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بمصادر حية وتلخيص PDF المعقدة ثم تحويلها لمخرجات عمل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بحث موثق وتحليل 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المعزز بالمصادر الحية ومقارنة الادعاءات بدقة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قراءة وتلخيص ملفات PDF واستخراج البيانات من تقارير معقدة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جداول مقارنة واستشهادات بدل فقرات عامة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perplex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مع مصادر قابلة للمراجعة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chatp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وتحليل تقارير طويلة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60604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ارسال اي ملخص او تقرير</a:t>
            </a:r>
          </a:p>
        </p:txBody>
      </p:sp>
      <p:pic>
        <p:nvPicPr>
          <p:cNvPr id="11" name="Picture 1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التحقق السريعة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طبقها على كل ملخص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مصادر قابلة للفتح والمراجعة؟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قارنت بين مصدرين على الاقل للادعاءات المهمة؟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راجعت الارقام والاسماء والتواريخ يدويا؟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فصلت بين الحقائق وبين توصيات النموذج؟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حددت ما هو غير مؤكد بدل اختراعه؟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افتح ملف التقرير PDF أمامك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الملخص إلى إيميل رسمي موجه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هيكل السياق + الدور + الجمهور + الشكل كامر افتراضي.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تحقق دائما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ترسل ارقاما او اسماء دون مراجعة بشرية سريعة.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 منزلي اختياري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امرا واحدا قويا لمهمة حقيقية من عملك.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مخرجاتك في نهاية اليوم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 Cheat Sheet شخصي لامر 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PDF + إيميل رسمي + 3 تغريدات من التمرين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قائمة اخطاء شائعة لتجنبها غدا في المحتوى والوسائط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امر واحد جاهز لمهمة عمل حقيقية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1: صياغة وتلخيص ومحتوى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تلخيص تقرير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محلل اداري. لخص الملف في 5 نقاط + توصية. لا تخترع ارقاما.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النقاط التالية إلى إيميل رسمي للمدير التنفيذي بلهجة مهنية قصيرة.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سريع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3 منشورات قصيرة من نفس الملخص لجمهور مهني على LinkedIn.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96736152" y="1371600"/>
            <a:ext cx="1499615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81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79340800" y="2331720"/>
            <a:ext cx="4160520" cy="27726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mid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leonar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ga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beautiful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hey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eleven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2: صورة وعرض وفيديو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على خلفية بيضاء، اضاءة استوديو ناعمة، زاوية عين المستوى، نسبة 1:1.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عرض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هذا النص إلى عرض 4 شرائح: مشكلة، حل، مميزات، دعوة لاجراء.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ثانية: Hook ثم ميزتان ثم CTA واحد واضح.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-day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96079568" y="1371600"/>
            <a:ext cx="2812783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81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ero-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79340800" y="2331720"/>
            <a:ext cx="4160520" cy="296288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089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zap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m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po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per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heyg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856" y="4663440"/>
            <a:ext cx="1781807" cy="1188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