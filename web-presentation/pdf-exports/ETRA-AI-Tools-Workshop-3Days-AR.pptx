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9.png"/><Relationship Id="rId5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4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6.png"/><Relationship Id="rId5" Type="http://schemas.openxmlformats.org/officeDocument/2006/relationships/image" Target="../media/image28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20640" y="1737360"/>
            <a:ext cx="6400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2194560"/>
            <a:ext cx="6400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0" y="365760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0" y="388620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4297680" cy="41148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.crop-hero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719072"/>
            <a:ext cx="3977639" cy="37947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01  /  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قابلة للقياس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 واضح لكل هدف — مو شعارات عامة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تصوغ أمرا كامل العناصر يقلل الهلوسة (سياق + دور + جمهور + شكل + قيود)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تحول نقاطا خاما إلى إيميل وتقرير ومنشور جاهز للإرسال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تنتج صورة/عرض/فيديو بأمر منضبط دون خبرة تصميم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تحلل جدولا بلغة بشرية وتبني مسار أتمتة بسيط واحد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تبني مساعدا شخصيا مع قاعدة أمان: لا ترفع أسرارا غير معتمدة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المحتوى اليومي · البحث الموثق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النموذج وهندسة الأوامر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محتوى العمل اليومي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وملفات + تطبيق ختامي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04  /  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فهم النموذج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بنهاية الجلسة: قالب أمر شخصي تنسخه غدا لأي مهمة عمل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lapto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ثلاث خرافات شائعة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صحح التوقع قبل ما تبدأ تكتب أوامر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«يفكر مثلي»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يكمل نصا بالاحتمال الأعلى — مو فهم بشري.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«دايم صحيح»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كثير ممتاز… والحساس يحتاج تحقق.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«يغني عن المراجعة»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لا. التوقيع على الإرسال مسؤوليتك أنت.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تقليدي مقابل توليدي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متى تستخدم أي نوع في شغلك؟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تصنيف، كشف احتيال، توصية من كتالوج — مخرج ضيق: فئة أو رقم.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نقاط → إيميل، من تقرير → ملخص، من فكرة → سكربت.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الخلاصة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التوليدي مرن… وغير مضمون. الأمر + المراجعة جزء من العمل.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يعمل النموذج؟ وأين الهلوسة؟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فكرة واحدة تثبت طول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التنبؤ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يكمل الكلمة التالية حسب التدريب + أمرك.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الهلوسة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كلام يبدو صحيحا وهو مختلق — خاصة الأرقام والأسماء.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العلاج المبكر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قيد «لا أعرف»، اعتمد على ملف/مصدر، ثم راجع بشريا.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09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الأمر = موجه 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جودة الناتج تتبع جودة التوجيه — لا اسم الأداة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بدون موجه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موظف جديد يكتب كلاما عاما… والنموذج كذلك.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 موجه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أنت؟ لمن؟ بأي شكل؟ وما الممنوع؟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القاعدة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افحص الأمر قبل ما تلوم الأداة.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العناصر الخمسة للأمر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نظرة واحدة — ثم نفصل بأمثلة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تعميق: السياق والدور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فرع الرياض — سيء مقابل أفضل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سيء: «لخص التقرير» — النموذج لا يعرف أي ملف ولا ماذا يهم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سياق أفضل: مبيعات أغسطس · فرع الرياض · هدف 1.2م · متحقق 980 ألف · ركز على الفجوة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دور سيء: بدون دور → نبرة عشوائية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دور أفضل: «أنت محلل إداري» غير «أنت كاتب إعلانات» على نفس المدخل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اختبر: غير الدور فقط ولاحظ اختلاف المفردات وعمق التحليل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تعميق: الجمهور · الشكل · القيود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قرارات تحول الكلام إلى مخرج يستخدم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جمهور: مدير = مختصر + قرار · فريق = تفاصيل · منشور عام = بلا أرقام سرية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شكل: 5 نقاط · جدول مشكلة/إجراء · إيميل جاهز للنسخ — لا تترك الشكل مفتوحا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ذهبية: لا تخترع أرقاما · قل لا أعرف إن نقص · حدد الطول واللهجة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أي «لا» على عنصر = الأمر ناقص قبل ما تضغط إرسال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أمر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الأداة · أمران · جودتان — الإثبات قبل القالب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الحقول الستة الآن — حول الجودة من حظ إلى عادة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76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185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48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[الموقف / الملف / القيود / ما يجب التركيز عليه]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334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426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060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[محلل / محرر / مسؤول دعم]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0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099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632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فريق / عملاء]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478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570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204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05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142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776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· اللهجة · لا تخترع · قل لا أعرف إن لم تكن متأكدا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622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714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34840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[الطلب النهائي بجملة واحدة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04052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ممتلئ — فرع الرياض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 من قالب جاهز وعدل القيم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تفكير خطوة بخطوة — متى ولماذا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استخدمه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مقارنة خيارين · توصية من أرقام · تلخيص ثم استنتاج.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الصيغة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خطواتك في 3–5 أسطر ثم أعط النتيجة فقط.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لا تستخدمه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إيميل قصير أو إعادة صياغة بسيطة — يطول بلا فائدة.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أمثلة داخل الأمر لتثبيت النبرة والشكل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استخدمه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إيميلات دعم بنفس الأسلوب · محاضر · منشور أسبوعي ثابت.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الهيكل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 1 مدخل/مخرج · مثال 2 · ثم: نفذ على هذا بنفس الأسلوب.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لصق نص طويل بلا عناوين أمثلة — سمها بوضوح.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درع ضد الهلوسة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طبقات — مرة واحدة وتكرر طول الورشة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1) داخل الأمر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دقة + «قل لا أعرف إن لم تكن متأكدا».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2) في الأداة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مصدر بروابط أو الاعتماد على الملف المرفوع فقط.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3) بعد الناتج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مراجعة بشرية للأرقام والأسماء والتواريخ.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19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اختر الأداة حسب المهمة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تعصب لأداة — المعيار: المهمة + الملف + هل تحتاج ويب؟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يومية · تجارب سريعة · مساعد عام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anthrop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ملفات طويلة · أسلوب منضبط · تقارير كثيفة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gemin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بحث/وسائط متعددة · سياق ويب في مسار واحد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عيادة أخطاء شائعة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كل خطأ + علاج مختصر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غامض بلا هدف → اكتب: أريد قرارا / إيميلا / ملخصا عن…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بلا جمهور → حدد القارئ ومستوى الرسمية صراحة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بلا شكل → اطلب نقاطا أو جدولا أو هيكل إيميل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بلا تحقق → دقيقة واحدة للأرقام قبل الإرسال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طويل بلا أولوية → المهمة أولا ثم السياق ثم الزوائد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العمل الثابت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عادة تتكرر في كل تمرين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محتوى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 نقاط خام إلى إيميل وتقرير ومنشور جاهز للإرسال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يحفز إجراء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هيكل ثابت يمنع إيميل «للعلم» بلا حركة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واحد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ثلاث نقاط كحد أقصى — واضحة وقابلة للمسح البصري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إجراء واحد فقط: قرار · موعد · اعتماد · رد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خاتمة قصيرة · اللهجة حسب الجمهور (مؤسسية أو ودية مهنية)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قيد: لا تخترع أرقاما أو مواعيد غير موجودة في المدخل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يقرأه المدير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الملخص التنفيذي أولا — لا تبدأ من الصفحة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أعلى الصفحة: ماذا حدث؟ ماذا يعني؟ ماذا نفعل؟ (4 أسطر)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ثم: ما حدث بالتفصيل · الأرقام من المدخل فقط · المخاطر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اختم بتوصية واحدة قابلة للتنفيذ خلال أسبوع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تجنب السرد الطويل بلا قرار مطلوب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إعادة صياغة مع قفل المعنى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حسن الوضوح… بدون تجميل يغير الحقائق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القيد الذهبي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حافظ على المعنى والأرقام؛ حسن الوضوح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الخطر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بدون القيد: يزيد رقما أو يلطف مشكلة «للتجميل».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الاستخدام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مسودة ضعيفة → نص مهني جاهز للمشاركة الداخلية.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فكرة واحدة → ثلاثة جماهير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نفس الحقيقة · رسائل مختلفة · بلا نسخ حرفي بين المنصات</a:t>
            </a:r>
          </a:p>
        </p:txBody>
      </p:sp>
      <p:pic>
        <p:nvPicPr>
          <p:cNvPr id="11" name="Picture 10" descr="one-idea-three-audie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يومية — انسخ واملأ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تمرين مقترح: مسودة اجتماع خام → الإيميل + التقرير + المنشور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موضوع · تحية · غرض · 3 نقاط · طلب إجراء · خاتمة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· ما حدث · أرقام · مخاطر · توصية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· فائدة واحدة · دليل قصير · سؤال — بلا أرقام سرية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موثوق: مصادر → تلخيص ملف → مخرج عمل — بلا اختلاق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re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29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ومسار 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ابحث/لخص بمصدر → انسخ الموثوق → حول لإيميل أو منشور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perplex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بروابط قابلة للفتح والمراجعة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chatp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PDF طويل واستخراج أقسام محددة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opena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 بالقوالب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بوابة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الإرسال: نعم/لا على كل صندوق — وإلا لا ترسل</a:t>
            </a:r>
          </a:p>
        </p:txBody>
      </p:sp>
      <p:pic>
        <p:nvPicPr>
          <p:cNvPr id="11" name="Picture 10" descr="research-quality-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وتطبيق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المساعد الإداري + ختام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ملف واحد → ملخص · إيميل · 3 منشورات · ثم راجع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الملف في 5 نقاط + توصية (لا تخترع أرقاما)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إلى إيميل رسمي بطلب إجراء واحد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عامة بلا بيانات سرية ثم طبق بوابة الجودة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القالب · راجع الأرقام · بكرة: أوامر الوسائط بنفس الانضباط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32  /  82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mid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open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leonar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39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y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gam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beautiful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med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hey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elevenl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.pad-icon-runw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49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4348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44398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40740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0" y="1234440"/>
            <a:ext cx="6492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691640"/>
            <a:ext cx="6492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420624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.crop-hero-day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71600"/>
            <a:ext cx="3931920" cy="187451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4671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7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7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57600"/>
            <a:ext cx="3566160" cy="214884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80390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4187952"/>
            <a:ext cx="3163824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56  /  82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da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59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0896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autom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zap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m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37560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81144"/>
            <a:ext cx="11064240" cy="530352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6400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148840"/>
            <a:ext cx="6217920" cy="35661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37744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88036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48840"/>
            <a:ext cx="4480560" cy="35661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331720"/>
            <a:ext cx="41605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69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72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476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5681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2024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4688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56946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57860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420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9067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19125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0040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16382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1246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81304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82219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856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73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59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5059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7937" y="2468880"/>
            <a:ext cx="502920" cy="502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23659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3659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.pad-icon-po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1518" y="246888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3108960"/>
            <a:ext cx="49606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49606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74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75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76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6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77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78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79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9456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671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163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25496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7889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43814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447288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41071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95935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05993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069080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03250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811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68172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690872"/>
            <a:ext cx="329184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200" b="1" rtl="1" lang="ar-SA" altLang="en-US">
                <a:solidFill>
                  <a:srgbClr val="FFFFFF"/>
                </a:solidFill>
                <a:latin typeface="IBM Plex Sans Arabic"/>
                <a:ea typeface="IBM Plex Sans Arabic"/>
                <a:cs typeface="IBM Plex Sans Arabic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6542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80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836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408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08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8840"/>
            <a:ext cx="353568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95144"/>
            <a:ext cx="31333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679192"/>
            <a:ext cx="313334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81  /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.pad-icon-opena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008" y="246888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30580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580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.pad-icon-per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2468880"/>
            <a:ext cx="502920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4152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152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.pad-icon-heyg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0448" y="24688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3108960"/>
            <a:ext cx="307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840480"/>
            <a:ext cx="307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4572000"/>
            <a:ext cx="4114800" cy="1371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.crop-hero-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4663440"/>
            <a:ext cx="3840480" cy="1188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6510528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1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sz="11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82  /  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