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Relationship Id="rId6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4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7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8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6.png"/><Relationship Id="rId6" Type="http://schemas.openxmlformats.org/officeDocument/2006/relationships/image" Target="../media/image2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.crop-hero-cov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2" name="Picture 11" descr="three-days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نواتج التعلم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يكتسبه المتدرب بنهاية الورشة؟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إتقان هندسة الأوامر: صياغة طلبات مكتملة العناصر تقلل هلوسة المعلومات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وسائط متعددة (صور وعروض وفيديو) بصياغة منضبطة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الجداول بلغة طبيعية وبناء مسارات أتمتة بسيطة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مع الالتزام بضوابط أمن البيانات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تطبيق معايير مراجعة بشرية قبل اعتماد أي مخرج حساس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91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تمييز قدرات النموذج اللغوي وحدود موثوقيته قبل صياغة أي أمر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lap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 مقابل التوليدي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كل نوع في بيئة العمل؟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تصنيف وتنبؤ ضمن نطاق محدد؛ المخرج غالبا فئة أو رقم أو احتمال.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نص أو صورة أو شفرة جديدة انطلاقا من سياق الأمر.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الخلاصة المهنية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التوليدي مرن وغير مضمون؛ الأمر والمراجعة البشرية جزء أصيل من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آلية عمل النماذج اللغوية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التنبؤ بالرمز التالي وفق الاحتمال والسياق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المبدأ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يكمل النموذج التسلسل التالي اعتمادا على التدريب وسياق الأمر.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النتيجة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الأمر الغامض ينتج مخرجا عاما؛ الأمر الدقيق يرفع جودة الإجابة.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التحذير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الإقناع اللغوي لا يساوي التحقق من صحة الحقائق.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تعريف · أمثلة · مخاطر مهنية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التعريف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محتوى يبدو صحيحا وهو مختلق أو غير مدعوم بمصدر موثوق.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أمثلة شائعة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أرقام · أسماء · تواريخ · اقتباسات غير موجودة في المدخل.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المخاطر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قرارات إدارية أو مراسلات خارجية مبنية على معلومات غير دقيقة.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النموذج: ما يستطيع وما لا يضمن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إطار توقعات مهني واضح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يستطيع: إعادة الصياغة، التلخيص، اقتراح هياكل، توليد مسودات متعددة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يضمن: دقة الأرقام أو الأسماء دون مصدر أو ملف أو مراجعة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يعتمد على جودة الأمر: السياق والدور والجمهور والشكل والقيود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المسؤولية النهائية لاعتماد المخرج تبقى بشرية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لماذا تعد هندسة الأوامر مهارة مؤسسية؟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الجودة تتبع جودة التوجيه لا اسم الأداة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بدون توجيه كاف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عام يصعب اعتماده أو إرساله لصانع القرار.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 توجيه مكتمل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قابل للاستخدام: أوضح، أقصر، وأكثر التزاما بالمعطيات.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الأمر أولا قبل الحكم على ضعف الأداة.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أمر مكتمل العناصر وتشخيص الأمر الضعيف خلال ثوان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للأمر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قيود الجودة</a:t>
            </a:r>
          </a:p>
        </p:txBody>
      </p:sp>
      <p:pic>
        <p:nvPicPr>
          <p:cNvPr id="12" name="Picture 11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السياق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حدث؟ ما الملف؟ ما يجب التركيز عليه؟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ضعيف: «لخص التقرير» — دون تحديد الملف أو الهدف أو القيود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أفضل: تقرير مبيعات أغسطس لفرع الرياض؛ الهدف 1.2 مليون؛ المتحقق 980 ألف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أضف: ركز على أسباب الفجوة لا على الإنجازات العامة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الأثر: يمنع التلخيص العشوائي ويرفع صلة المخرج بالقرار المطلوب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الدور (Persona)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يضبط المفردات وعمق التحليل وزاوية النظر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بدون دور: نبرة غير مستقرة وقد لا تناسب السياق المؤسسي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محلل إداري» يميل إلى توصية حذرة مدعومة بمعطيات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كاتب محتوى تسويقي» يميل إلى نبرة إقناعية مختلفة تماما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اختبر: غير الدور فقط على المدخل نفسه ولاحظ اختلاف الناتج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الجمهور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الحقيقة تعرض بصيغ مختلفة حسب القارئ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صانع قرار تنفيذي: مختصر + قرار مطلوب + أثر رقمي واضح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فريق تشغيلي: تفاصيل تنفيذ ومسؤوليات وخطوات تالية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جمهور عام أو مهني خارجي: قيمة عامة دون بيانات داخلية حساسة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يؤدي إلى تذبذب مستوى الرسمية والتفصيل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حول الإجابة من فقرة عامة إلى أداة 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الشكل صراحة: نقاط مرقمة · جدول · رسالة رسمية · ملخص تنفيذي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«خمس نقاط ثم توصية واحدة في سطرين»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«جدول عمودين: السبب | الإجراء المقترح»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ترك الشكل مفتوحا غالبا ينتج نصا طويلا قليل الفائدة التشغيلية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قيود الجودة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الأمان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تخترع أرقاما أو أسماء أو تواريخ غير موجودة في المدخل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 لم تتوفر المعلومة فاكتب: غير متوفر / لا أعرف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الطول الأقصى ومستوى الرسمية المطلوب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افصل الحقائق الواردة في الملف عن التوصيات المقترحة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pic>
        <p:nvPicPr>
          <p:cNvPr id="12" name="Picture 11" descr="weak-vs-str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نموذج أمر جاهز (Cheat Sheet)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الهيكل وعدل الحقول فقط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[الموقف / الملف / القيود / محور التركيز]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[محلل / محرر / مختص] بخبرة في [المجال]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موجه إلى [مدير تنفيذي / فريق / جمهور مهني]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بصيغة [نقاط / جدول / رسالة / تقرير]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· الرسمية · لا تختلق · اذكر غير المتوفر صراحة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[الطلب النهائي بجملة واحدة واضحة]</a:t>
            </a:r>
          </a:p>
        </p:txBody>
      </p:sp>
      <p:pic>
        <p:nvPicPr>
          <p:cNvPr id="36" name="Picture 35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تطبيقي مكتمل — فرع الرياض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مهمتك</a:t>
            </a:r>
          </a:p>
        </p:txBody>
      </p:sp>
      <p:pic>
        <p:nvPicPr>
          <p:cNvPr id="12" name="Picture 11" descr="filled-prompt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أعد بناء أمر ضعيف إلى أمر مكتمل العناصر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خذ أمرا ضعيفا: «اكتب لي عن التقرير»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السياق والدور والجمهور والشكل والقيود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الأمرين على ملف مبيعات الرياض وقارن المخرجين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النموذج الستة في ملفك الشخصي فورا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CoT وFew-Shot وإطار الحد من الهلوسة بمعايير قبول واضحة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resear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التوجيه المتسلسل (Chain-of-Thought)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ومتى يتجنب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مقارنة بدائل · توصية من عدة معطيات · تلخيص ثم استنتاج.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الصيغة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خطوات التفكير في 3–5 أسطر ثم أعط النتيجة النهائية فقط.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المراسلات القصيرة وإعادة الصياغة البسيطة؛ يطيل بلا فائدة.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التعلم من الأمثلة (Few-Shot)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تثبيت النبرة والشكل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نمط ثابت لمراسلات الدعم أو المحاضر أو المحتوى الدوري.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الهيكل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 1: مدخل/مخرج · مثال 2 · ثم نفذ على المدخل الجديد.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لصق نص طويل دون تمييز الأمثلة بعناوين واضحة.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الجمع بين التقنيات دون إطالة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الأداة المناسبة للمهمة لا تكديس الأساليب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دائما بالمكونات الخمسة قبل أي تقنية متقدمة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Few-Shot عند الحاجة لنبرة أو شكل ثابت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Chain-of-Thought عند الحاجة لترتيب منطقي صريح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تجمع التقنيتين مع أمر بسيط؛ راقب الطول والفائدة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إطار الحد من 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طبقات متكاملة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1) داخل الأمر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الدقة وعبارة: اذكر غير المتوفر بدل الاختلاق.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2) في الأداة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الاعتماد على ملف مرفوع أو مصادر قابلة للمراجعة.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3) بعد الناتج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مراجعة بشرية للأرقام والأسماء والتواريخ قبل الاعتماد.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الأداة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طبيعة المهمة ونوع الملف والحاجة إلى الويب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· تجارب سريعة · مساعد يومي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anthr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· صياغة منضبطة · تقارير كثيفة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ويب ووسائط متعددة في مسار واحد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سلامة البيانات عند الاستخدام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ضوابط إلزامية قبل رفع أي ملف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استخدم ملفات تدريبية في التمارين؛ تجنب العقود السرية الحقيقية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الأسماء والأرقام الحساسة أو جهل البيانات قبل الرفع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تعتمد أداة شخصية غير معتمدة لبيانات جهة العمل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ميز بين مسودة داخلية ومحتوى قابل للنشر الخارجي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في هندسة الأوامر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كل خطأ يقابله علاج مباشر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هدف → حدد المخرج المطلوب بجملة صريحة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الجمهور → حدد القارئ ومستوى الرسمية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الشكل → اطلب نقاطا أو جدولا أو هيكل رسالة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اعتماد المخرج دون تحقق → دقيقة مراجعة للأرقام قبل الإرسال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أمر طويل بلا أولوية → ضع المهمة أولا ثم السياق ثم التفاصيل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العمل المهني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إعداد → تنفيذ → مراجعة → اعتماد</a:t>
            </a:r>
          </a:p>
        </p:txBody>
      </p:sp>
      <p:pic>
        <p:nvPicPr>
          <p:cNvPr id="12" name="Picture 11" descr="practice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ختامي لليوم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مهمة عمل كاملة بأمر واحد قوي ومعايير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مهمة حقيقية من عملك أو استخدم ملف مبيعات الرياض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ابن أمرا مكتمل العناصر الستة ثم نفذه في الأداة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إطار الحد من الهلوسة وراجع الأرقام والأسماء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قرر الاعتماد أو التعديل وفق معايير القبول قبل الإرسال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وسائط اليوم الثاني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الأمر أولا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كاملة قبل اختيار الأداة أو التقنية.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المراجعة دوما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اعتماد لأرقام أو أسماء دون تحقق بشري.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الوسائط بنفس الانضباط: موضوع · أسلوب · جمهور · شكل · قيود.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والصوت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91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إطار اليوم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هندسة الأوامر إلى الوسائط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المكونات الخمسة · قناة إخراج مختلفة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جسر يوم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القيود تبقى أساس كل أمر.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إسقاط على الوسائط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موضوع≈سياق · أسلوب≈هوية · جمهور · شكل/نسبة · قيود/حقوق.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وعد اليوم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أمر صورة مكتمل · عرض بمعايير قبول · سكربت فيديو 30 ثانية.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 متسقة الهوية</a:t>
            </a:r>
          </a:p>
        </p:txBody>
      </p:sp>
      <p:pic>
        <p:nvPicPr>
          <p:cNvPr id="12" name="Picture 11" descr="media-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أمر صورة مكتمل العناصر وتعديله للاستخدام التسويقي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بصرية لأمر الصورة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اختيار الأداة: ثبت القرارات البصرية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 · استوديو ناعمة · ذهبية — اختر واحدة وثبتها للحملة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زاوية الكاميرا: علوية · عين المستوى · قريبة للمنتج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الأسلوب: واقعي · مسطح · ثلاثي الأبعاد · وفق هوية العلامة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 · 16:9 للعروض · 9:16 للقصص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لأمر الصورة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· أسلوب · إضاءة · زاوية · نسبة — ثم القيود</a:t>
            </a:r>
          </a:p>
        </p:txBody>
      </p:sp>
      <p:pic>
        <p:nvPicPr>
          <p:cNvPr id="12" name="Picture 11" descr="image-prompt-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صورة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«صور لي منتج حلو.» — بلا موضوع محدد ولا أسلوب ولا نسبة ولا قيود.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سماعة على خلفية بيضاء · أسلوب واقعي · إضاءة استوديو ناعمة · عين المستوى · نسبة 1:1 · بلا نص مشوه.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أمر الصورة أولا قبل الحكم على ضعف الأداة.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أمر صورة مكتمل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منتجك</a:t>
            </a:r>
          </a:p>
        </p:txBody>
      </p:sp>
      <p:pic>
        <p:nvPicPr>
          <p:cNvPr id="12" name="Picture 11" descr="filled-image-prompt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 المهني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الإطار لملاءمة بانر أو خلفية أوسع.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التوظيف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 وإعلانات وتصاميم مواقع بمعايير قبول واضحة.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أداة الصورة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الجودة الفنية · سرعة التعديل · ثبات النمط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midjour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للحملات والأفكار البصرية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leonar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ابن أمر صورة مكتملا ونفذه بمعايير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منتجا حقيقيا أو استخدم مثال السماعة التدريبي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أمرا بالعناصر الخمسة ثم أضف قيود الجودة والحقوق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في الأداة وقارن مع أمر ضعيف قصير على نفس الموضوع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النسبة صحيحة · بلا نص مشوه · الأسلوب ثابت · صالح للنشر الداخلي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عرض بمعايير قبول قبل المشاركة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مدخل واضح → هيكل شرائح → مراجعة هوية → تصدير</a:t>
            </a:r>
          </a:p>
        </p:txBody>
      </p:sp>
      <p:pic>
        <p:nvPicPr>
          <p:cNvPr id="12" name="Picture 11" descr="deck-prompt-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أمر العرض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مشكلة · حل · مميزات · دعوة لإجراء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الجمهور: مدير تنفيذي · فريق مبيعات · جمهور عام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عدد الشرائح صراحة (مثال: أربع شرائح فقط)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هيكل مقترح: مشكلة → حل → مميزات → دعوة لإجراء واحدة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قيود: شريحة واحدة = فكرة واحدة · نقاط قصيرة · بلا فقرات طويلة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عرض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في تحديد الشكل والجمهور والقيود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«سو لي عرض عن المنتج.» — بلا جمهور ولا عدد شرائح ولا هيكل.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النص إلى عرض 4 شرائح لمدير تنفيذي: مشكلة، حل، مميزتان، دعوة لإجراء واحدة.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بعد التوليد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الشرائح المكررة واضبط الهوية قبل مشاركة الرابط.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وفق المهمة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gam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من أمر أو مستند مع رابط مشاركة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beautiful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 للعناصر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العرض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أو التصدير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ست كلمات أو أقل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72491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9748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5468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552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2278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3785615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58183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1538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3159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28853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إزالة الشرائح المكررة أو الزائدة بعد التوليد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173968" y="48463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اتساق الألوان والخطوط مع هوية الحملة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أنتج عرضا من أربع شرائح بمعايير القبول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جهز فقرة قصيرة عن منتج أو فكرة من عملك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أمر عرض مكتمل العناصر ونفذه في Gamma أو Beautiful.ai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قائمة التحقق وعدل الشرائح يدويا عند الحاجة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4 شرائح · فكرة واحدة لكل شريحة · دعوة إجراء واحدة · جاهز للمشاركة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الفيديو والصوت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سكربت 30 ثانية ثم توليده بأفاتار أو صوت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 وحدودها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مرونة عالية · مراجعة بشرية قبل النشر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متحدث رقمي بلغات متعددة للشروحات والإعلانات القصيرة.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إلى فيديو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مقطع توضيحي من سكربت مكتوب بالصوت والمشهد.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الحد المهني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الجودة تتبع السكربت والهوية؛ لا تنشر دون مراجعة بشرية.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جذب الانتباه → القيمة → دعوة لإجراء</a:t>
            </a:r>
          </a:p>
        </p:txBody>
      </p:sp>
      <p:pic>
        <p:nvPicPr>
          <p:cNvPr id="12" name="Picture 11" descr="video-script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هيكل زمني جاهز للتعديل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جذب الانتباه (0–5 ث): سؤال أو مشكلة تمس الجمهور فورا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القيمة (5–20 ث): ميزتان واضحتان للمنتج أو الحل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إثبات قصير: رقم أو نتيجة أو وعد قابل للتصديق من مصدر موثوق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دعوة لإجراء (20–30 ث): اطلب إجراء واحدا فقط (جرب / تواصل / زر الرابط)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أداة الفيديو والصوت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أفاتار · صوت · توليد مقطع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heyg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elevenlab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run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وحقوق الاستخدام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أمان قبل اعتماد المخرج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 أو أصوات دون التحقق من حقوق الاستخدام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نبرة صوت لا تناسب الجمهور أو هوية العلامة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أطول من اللازم يفقد الانتباه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أسلوب بصري عشوائي بين الصورة والعرض والفيديو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اكتب السكربت أولا ثم ولد المقطع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 بالهيكل الأربعة على منتجك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أداة مناسبة (أفاتار أو صوت) ونفذ المسودة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النبرة والطول ووضوح دعوة الإجراء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≤30 ثانية · دعوة إجراء واحدة · نبرة متسقة · صالح للمراجعة الداخلية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إعلان متسقة الهوية</a:t>
            </a:r>
          </a:p>
        </p:txBody>
      </p:sp>
      <p:pic>
        <p:nvPicPr>
          <p:cNvPr id="12" name="Picture 11" descr="designer-exerc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بوابة جودة الحزمة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· عرض · فيديو — مراجعة قبل الاعتماد</a:t>
            </a:r>
          </a:p>
        </p:txBody>
      </p:sp>
      <p:pic>
        <p:nvPicPr>
          <p:cNvPr id="12" name="Picture 11" descr="media-quality-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ومعايير القبول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بأمر مكتمل العناصر ونسبة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من 4 شرائح يشرح الفكرة لدعوة إجراء واحدة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30 ثانية بمتحدث رقمي أو صوت طبيعي من السكربت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الملفات في مجلد واحد ومراجعة الاتساق البصري والنبرة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الثاني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بيانات اليوم الثالث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صورة ثابت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أسلوبا وإضاءة ونسبة لكل حملة.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قبل التوليد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جذب انتباه → قيمة → دعوة لإجراء.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الجداول والأتمتة بنفس الانضباط: سؤال واضح · مصدر · مراجعة.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91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t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2" name="Picture 11" descr="data-to-dec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automa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2" name="Picture 11" descr="automation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zap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m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2" name="Picture 11" descr="gpt-builder-ste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2" name="Picture 11" descr="ethics-secu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o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82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2" name="Picture 11" descr="capstone-pro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83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84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85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86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87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88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89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90  /  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perplex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hey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91  /  91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