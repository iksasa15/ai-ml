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9.png"/><Relationship Id="rId5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4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5" Type="http://schemas.openxmlformats.org/officeDocument/2006/relationships/image" Target="../media/image2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.crop-hero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19072"/>
            <a:ext cx="3977639" cy="3794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82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قابلة للقياس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مخرج واضح لكل هدف — مو شعارات عامة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تصوغ أمرا كامل العناصر يقلل الهلوسة (سياق + دور + جمهور + شكل + قيود)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تحول نقاطا خاما إلى إيميل وتقرير ومنشور جاهز للإرسال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تنتج صورة/عرض/فيديو بأمر منضبط دون خبرة تصميم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تحلل جدولا بلغة بشرية وتبني مسار أتمتة بسيط واحد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تبني مساعدا شخصيا مع قاعدة أمان: لا ترفع أسرارا غير معتمدة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المحتوى اليومي · البحث الموثق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النموذج وهندسة الأوامر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محتوى العمل اليومي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وملفات + تطبيق ختامي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فهم النموذج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بنهاية الجلسة: قالب أمر شخصي تنسخه غدا لأي مهمة عمل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ثلاث خرافات شائعة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صحح التوقع قبل ما تبدأ تكتب أوامر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«يفكر مثلي»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لا. يكمل نصا بالاحتمال الأعلى — مو فهم بشري.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«دايم صحيح»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لا. كثير ممتاز… والحساس يحتاج تحقق.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«يغني عن المراجعة»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لا. التوقيع على الإرسال مسؤوليتك أنت.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تقليدي مقابل توليدي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تستخدم أي نوع في شغلك؟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تصنيف، كشف احتيال، توصية من كتالوج — مخرج ضيق: فئة أو رقم.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 نقاط → إيميل، من تقرير → ملخص، من فكرة → سكربت.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الخلاصة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التوليدي مرن… وغير مضمون. الأمر + المراجعة جزء من العمل.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يعمل النموذج؟ وأين الهلوسة؟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فكرة واحدة تثبت طول الورشة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التنبؤ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يكمل الكلمة التالية حسب التدريب + أمرك.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الهلوسة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كلام يبدو صحيحا وهو مختلق — خاصة الأرقام والأسماء.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العلاج المبكر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قيد «لا أعرف»، اعتمد على ملف/مصدر، ثم راجع بشريا.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الأمر = موجه 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جودة الناتج تتبع جودة التوجيه — لا اسم الأداة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بدون موجه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موظف جديد يكتب كلاما عاما… والنموذج كذلك.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 موجه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 أنت؟ لمن؟ بأي شكل؟ وما الممنوع؟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افحص الأمر قبل ما تلوم الأداة.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العناصر الخمسة للأمر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نظرة واحدة — ثم نفصل بأمثلة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تعميق: السياق والدور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فرع الرياض — سيء مقابل أفضل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سيء: «لخص التقرير» — النموذج لا يعرف أي ملف ولا ماذا يهم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أفضل: مبيعات أغسطس · فرع الرياض · هدف 1.2م · متحقق 980 ألف · ركز على الفجوة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دور سيء: بدون دور → نبرة عشوائية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دور أفضل: «أنت محلل إداري» غير «أنت كاتب إعلانات» على نفس المدخل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اختبر: غير الدور فقط ولاحظ اختلاف المفردات وعمق التحليل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تعميق: الجمهور · الشكل · القيود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قرارات تحول الكلام إلى مخرج يستخدم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جمهور: مدير = مختصر + قرار · فريق = تفاصيل · منشور عام = بلا أرقام سرية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شكل: 5 نقاط · جدول مشكلة/إجراء · إيميل جاهز للنسخ — لا تترك الشكل مفتوحا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ذهبية: لا تخترع أرقاما · قل لا أعرف إن نقص · حدد الطول واللهجة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أي «لا» على عنصر = الأمر ناقص قبل ما تضغط إرسال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أمر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أمران · جودتان — الإثبات قبل القالب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الحقول الستة الآن — حول الجودة من حظ إلى عادة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[الموقف / الملف / القيود / ما يجب التركيز عليه]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[محلل / محرر / مسؤول دعم]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فريق / عملاء]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· اللهجة · لا تخترع · قل لا أعرف إن لم تكن متأكدا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[الطلب النهائي بجملة واحدة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04052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ممتلئ — فرع الرياض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قالب جاهز وعدل القيم فقط</a:t>
            </a:r>
          </a:p>
        </p:txBody>
      </p:sp>
      <p:pic>
        <p:nvPicPr>
          <p:cNvPr id="11" name="Picture 10" descr="filled-prompt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تفكير خطوة بخطوة — متى ولماذا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استخدمه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مقارنة خيارين · توصية من أرقام · تلخيص ثم استنتاج.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الصيغة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خطواتك في 3–5 أسطر ثم أعط النتيجة فقط.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لا تستخدمه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إيميل قصير أو إعادة صياغة بسيطة — يطول بلا فائدة.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أمثلة داخل الأمر لتثبيت النبرة والشكل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استخدمه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إيميلات دعم بنفس الأسلوب · محاضر · منشور أسبوعي ثابت.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الهيكل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 1 مدخل/مخرج · مثال 2 · ثم: نفذ على هذا بنفس الأسلوب.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لصق نص طويل بلا عناوين أمثلة — سمها بوضوح.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درع ضد الهلوسة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طبقات — مرة واحدة وتكرر طول الورشة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1) داخل الأمر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دقة + «قل لا أعرف إن لم تكن متأكدا».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2) في الأداة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مصدر بروابط أو الاعتماد على الملف المرفوع فقط.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3) بعد الناتج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مراجعة بشرية للأرقام والأسماء والتواريخ.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اختر الأداة حسب المهمة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تعصب لأداة — المعيار: المهمة + الملف + هل تحتاج ويب؟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يومية · تجارب سريعة · مساعد عام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ملفات طويلة · أسلوب منضبط · تقارير كثيفة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بحث/وسائط متعددة · سياق ويب في مسار واحد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عيادة أخطاء شائعة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كل خطأ + علاج مختصر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غامض بلا هدف → اكتب: أريد قرارا / إيميلا / ملخصا عن…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بلا جمهور → حدد القارئ ومستوى الرسمية صراحة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بلا شكل → اطلب نقاطا أو جدولا أو هيكل إيميل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بلا تحقق → دقيقة واحدة للأرقام قبل الإرسال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طويل بلا أولوية → المهمة أولا ثم السياق ثم الزوائد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العمل الثابت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عادة تتكرر في كل تمرين</a:t>
            </a:r>
          </a:p>
        </p:txBody>
      </p:sp>
      <p:pic>
        <p:nvPicPr>
          <p:cNvPr id="11" name="Picture 10" descr="practice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محتوى العمل اليومي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 نقاط خام إلى إيميل وتقرير ومنشور جاهز للإرسال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يحفز إجراء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هيكل ثابت يمنع إيميل «للعلم» بلا حركة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واحد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ثلاث نقاط كحد أقصى — واضحة وقابلة للمسح البصري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إجراء واحد فقط: قرار · موعد · اعتماد · رد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خاتمة قصيرة · اللهجة حسب الجمهور (مؤسسية أو ودية مهنية)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قيد: لا تخترع أرقاما أو مواعيد غير موجودة في المدخل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يقرأه المدير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الملخص التنفيذي أولا — لا تبدأ من الصفحة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أعلى الصفحة: ماذا حدث؟ ماذا يعني؟ ماذا نفعل؟ (4 أسطر)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ثم: ما حدث بالتفصيل · الأرقام من المدخل فقط · المخاطر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اختم بتوصية واحدة قابلة للتنفيذ خلال أسبوع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تجنب السرد الطويل بلا قرار مطلوب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إعادة صياغة مع قفل المعنى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حسن الوضوح… بدون تجميل يغير الحقائق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القيد الذهبي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حافظ على المعنى والأرقام؛ حسن الوضوح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الخطر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بدون القيد: يزيد رقما أو يلطف مشكلة «للتجميل».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الاستخدام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مسودة ضعيفة → نص مهني جاهز للمشاركة الداخلية.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فكرة واحدة → ثلاثة جماهير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الحقيقة · رسائل مختلفة · بلا نسخ حرفي بين المنصات</a:t>
            </a:r>
          </a:p>
        </p:txBody>
      </p:sp>
      <p:pic>
        <p:nvPicPr>
          <p:cNvPr id="11" name="Picture 10" descr="one-idea-three-audie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يومية — انسخ واملأ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تمرين مقترح: مسودة اجتماع خام → الإيميل + التقرير + المنشور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موضوع · تحية · غرض · 3 نقاط · طلب إجراء · خاتمة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· ما حدث · أرقام · مخاطر · توصية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· فائدة واحدة · دليل قصير · سؤال — بلا أرقام سرية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موثوق: من المصادر، إلى تلخيص الملف، إلى مخرج عمل — بلا اختلاق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re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ومسار عملي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ابحث/لخص بمصدر → انسخ الموثوق → حول لإيميل أو منشور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perplex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بروابط قابلة للفتح والمراجعة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chatp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PDF طويل واستخراج أقسام محددة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open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 بالقوالب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بوابة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الإرسال: نعم/لا على كل صندوق — وإلا لا ترسل</a:t>
            </a:r>
          </a:p>
        </p:txBody>
      </p:sp>
      <p:pic>
        <p:nvPicPr>
          <p:cNvPr id="11" name="Picture 10" descr="research-quality-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وتطبيق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 المساعد الإداري + ختام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ملف واحد → ملخص · إيميل · 3 منشورات · ثم راجع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الملف في 5 نقاط + توصية (لا تخترع أرقاما)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النقاط إلى إيميل رسمي بطلب إجراء واحد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3 منشورات عامة بلا بيانات سرية ثم طبق بوابة الجودة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القالب · راجع الأرقام · بكرة: أوامر الوسائط بنفس الانضباط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82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mid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.pad-icon-leonar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ga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beautiful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hey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eleven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.pad-icon-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2: صورة وعرض وفيديو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على خلفية بيضاء، اضاءة استوديو ناعمة، زاوية عين المستوى، نسبة 1:1.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عرض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هذا النص إلى عرض 4 شرائح: مشكلة، حل، مميزات، دعوة لاجراء.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ثانية: Hook ثم ميزتان ثم CTA واحد واضح.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82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089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autom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zap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m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po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per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heyg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663440"/>
            <a:ext cx="3840480" cy="1188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82  /  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