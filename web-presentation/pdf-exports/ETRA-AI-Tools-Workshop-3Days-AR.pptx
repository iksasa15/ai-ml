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1.png"/><Relationship Id="rId5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41.png"/><Relationship Id="rId5" Type="http://schemas.openxmlformats.org/officeDocument/2006/relationships/image" Target="../media/image2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83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نواتج التعلم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يكتسبه المتدرب بنهاية الورشة؟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إتقان هندسة الأوامر: صياغة طلبات مكتملة العناصر تقلل هلوسة المعلومات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وسائط متعددة (صور وعروض وفيديو) بصياغة منضبطة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الجداول بلغة طبيعية وبناء مسارات أتمتة بسيطة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مع الالتزام بضوابط أمن البيانات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تطبيق معايير مراجعة بشرية قبل اعتماد أي مخرج حساس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بتعمق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83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تمييز قدرات النموذج اللغوي وحدود موثوقيته قبل صياغة أي أمر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 مقابل التوليدي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كل نوع في بيئة العمل؟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تصنيف وتنبؤ ضمن نطاق محدد؛ المخرج غالبا فئة أو رقم أو احتمال.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نص أو صورة أو شفرة جديدة انطلاقا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الخلاصة المهنية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التوليدي مرن وغير مضمون؛ الأمر والمراجعة البشرية جزء أصيل من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آلية عمل النماذج اللغوية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التنبؤ بالرمز التالي وفق الاحتمال والسياق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المبدأ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يكمل النموذج التسلسل التالي اعتمادا على التدريب وسياق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النتيجة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الأمر الغامض ينتج مخرجا عاما؛ الأمر الدقيق يرفع جودة الإجابة.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التحذير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الإقناع اللغوي لا يساوي التحقق من صحة الحقائق.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هلوسة المعلومات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تعريف · أمثلة · مخاطر مهنية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التعريف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محتوى يبدو صحيحا وهو مختلق أو غير مدعوم بمصدر موثوق.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أمثلة شائعة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أرقام · أسماء · تواريخ · اقتباسات غير موجودة في المدخل.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المخاطر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قرارات إدارية أو مراسلات خارجية مبنية على معلومات غير دقيقة.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النموذج: ما يستطيع وما لا يضمن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إطار توقعات مهني واضح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يستطيع: إعادة الصياغة، التلخيص، اقتراح هياكل، توليد مسودات متعددة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يضمن: دقة الأرقام أو الأسماء دون مصدر أو ملف أو مراجعة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يعتمد على جودة الأمر: السياق والدور والجمهور والشكل والقيود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المسؤولية النهائية لاعتماد المخرج تبقى بشرية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لماذا تعد هندسة الأوامر مهارة مؤسسية؟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الجودة تتبع جودة التوجيه لا اسم الأداة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بدون توجيه كاف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عام يصعب اعتماده أو إرساله لصانع القرار.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 توجيه مكتمل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قابل للاستخدام: أوضح، أقصر، وأكثر التزاما بالمعطيات.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الأمر أولا قبل الحكم على ضعف الأداة.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أمر مكتمل العناصر وتشخيص الأمر الضعيف خلال ثوان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قيود الجودة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السياق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حدث؟ ما الملف؟ ما يجب التركيز عليه؟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ضعيف: «لخص التقرير» — دون تحديد الملف أو الهدف أو القيود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أفضل: تقرير مبيعات أغسطس لفرع الرياض؛ الهدف 1.2 مليون؛ المتحقق 980 ألف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أضف: ركز على أسباب الفجوة لا على الإنجازات العامة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الأثر: يمنع التلخيص العشوائي ويرفع صلة المخرج بالقرار المطلوب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الدور (Persona)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يضبط المفردات وعمق التحليل وزاوية النظر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بدون دور: نبرة غير مستقرة وقد لا تناسب السياق المؤسسي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محلل إداري» يميل إلى توصية حذرة مدعومة بمعطيات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كاتب محتوى تسويقي» يميل إلى نبرة إقناعية مختلفة تماما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اختبر: غير الدور فقط على المدخل نفسه ولاحظ اختلاف الناتج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الجمهور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الحقيقة تعرض بصيغ مختلفة حسب القارئ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صانع قرار تنفيذي: مختصر + قرار مطلوب + أثر رقمي واضح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فريق تشغيلي: تفاصيل تنفيذ ومسؤوليات وخطوات تالية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جمهور عام أو مهني خارجي: قيمة عامة دون بيانات داخلية حساسة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يؤدي إلى تذبذب مستوى الرسمية والتفصيل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حول الإجابة من فقرة عامة إلى أداة 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الشكل صراحة: نقاط مرقمة · جدول · رسالة رسمية · ملخص تنفيذي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«خمس نقاط ثم توصية واحدة في سطرين»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«جدول عمودين: السبب | الإجراء المقترح»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ترك الشكل مفتوحا غالبا ينتج نصا طويلا قليل الفائدة التشغيلية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قيود الجودة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الأمان داخل الأمر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تخترع أرقاما أو أسماء أو تواريخ غير موجودة في المدخل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 لم تتوفر المعلومة فاكتب: غير متوفر / لا أعرف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الطول الأقصى ومستوى الرسمية المطلوب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افصل الحقائق الواردة في الملف عن التوصيات المقترحة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ضعيف مقابل أمر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نموذج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الهيكل وعدل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[الموقف / الملف / القيود / محور التركيز]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[محلل / محرر / مختص]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موجه إلى [مدير تنفيذي / فريق / جمهور مهني]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بصيغة [نقاط / جدول / رسالة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· الرسمية · لا تختلق · اذكر غير المتوفر صراحة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[الطلب النهائي بجملة واحدة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تطبيقي مكتمل — فرع الرياض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مهمتك</a:t>
            </a:r>
          </a:p>
        </p:txBody>
      </p:sp>
      <p:pic>
        <p:nvPicPr>
          <p:cNvPr id="11" name="Picture 10" descr="filled-prompt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أعد بناء أمر ضعيف إلى أمر مكتمل العناصر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خذ أمرا ضعيفا: «اكتب لي عن التقرير»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السياق والدور والجمهور والشكل والقيود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الأمرين على ملف مبيعات الرياض وقارن المخرجين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النموذج الستة في ملفك الشخصي فورا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CoT وFew-Shot وإطار الحد من الهلوسة بمعايير قبول واضحة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re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التوجيه المتسلسل (Chain-of-Thought)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ومتى يتجنب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مقارنة بدائل · توصية من عدة معطيات · تلخيص ثم استنتاج.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الصيغة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خطوات التفكير في 3–5 أسطر ثم أعط النتيجة النهائية فقط.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يتجنب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المراسلات القصيرة وإعادة الصياغة البسيطة؛ يطيل بلا فائدة.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التعلم من الأمثلة (Few-Shot)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تثبيت النبرة والشكل داخل الأمر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نمط ثابت لمراسلات الدعم أو المحاضر أو المحتوى الدوري.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الهيكل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 1: مدخل/مخرج · مثال 2 · ثم نفذ على المدخل الجديد.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لصق نص طويل دون تمييز الأمثلة بعناوين واضحة.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الجمع بين التقنيات دون إطالة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الأداة المناسبة للمهمة لا تكديس الأساليب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دائما بالمكونات الخمسة قبل أي تقنية متقدمة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Few-Shot عند الحاجة لنبرة أو شكل ثابت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Chain-of-Thought عند الحاجة لترتيب منطقي صريح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تجمع التقنيتين مع أمر بسيط؛ راقب الطول والفائدة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إطار الحد من هلوسة المعلومات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طبقات متكاملة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1) داخل الأمر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الدقة وعبارة: اذكر غير المتوفر بدل الاختلاق.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2) في الأداة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الاعتماد على ملف مرفوع أو مصادر قابلة للمراجعة.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3) بعد الناتج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مراجعة بشرية للأرقام والأسماء والتواريخ قبل الاعتماد.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الأداة وفق المهمة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طبيعة المهمة ونوع الملف والحاجة إلى الويب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· تجارب سريعة · مساعد يومي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· صياغة منضبطة · تقارير كثيفة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ويب ووسائط متعددة في مسار واحد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سلامة البيانات عند الاستخدام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ضوابط إلزامية قبل رفع أي 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استخدم ملفات تدريبية في التمارين؛ تجنب العقود السرية الحقيقية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الأسماء والأرقام الحساسة أو جهل البيانات قبل الرفع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تعتمد أداة شخصية غير معتمدة لبيانات جهة العمل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ميز بين مسودة داخلية ومحتوى قابل للنشر الخارجي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في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كل خطأ يقابله علاج مباشر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هدف → حدد المخرج المطلوب بجملة صريحة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الجمهور → حدد القارئ ومستوى الرسمية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الشكل → اطلب نقاطا أو جدولا أو هيكل رسالة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اعتماد المخرج دون تحقق → دقيقة مراجعة للأرقام قبل الإرسال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أمر طويل بلا أولوية → ضع المهمة أولا ثم السياق ثم التفاصيل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العمل المهني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إعداد → تنفيذ → مراجعة → اعتماد</a:t>
            </a:r>
          </a:p>
        </p:txBody>
      </p:sp>
      <p:pic>
        <p:nvPicPr>
          <p:cNvPr id="11" name="Picture 10" descr="practice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ختامي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ختامي لليوم الأول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مهمة عمل كاملة بأمر واحد قوي ومعايير قبول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مهمة حقيقية من عملك أو استخدم ملف مبيعات الرياض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ابن أمرا مكتمل العناصر الستة ثم نفذه في الأداة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إطار الحد من الهلوسة وراجع الأرقام والأسماء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قرر الاعتماد أو التعديل وفق معايير القبول قبل الإرسال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الأول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وسائط اليوم الثاني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الأمر أولا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كاملة قبل اختيار الأداة أو التقنية.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المراجعة دوما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اعتماد لأرقام أو أسماء دون تحقق بشري.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الوسائط بنفس الانضباط: موضوع · أسلوب · جمهور · شكل · قيود.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83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mid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leon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ga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beautiful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hey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eleven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83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autom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m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po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82  /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er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heyg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83  /  83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