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7.png"/><Relationship Id="rId5" Type="http://schemas.openxmlformats.org/officeDocument/2006/relationships/image" Target="../media/image2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4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image" Target="../media/image2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ستتعلم في ثلاثة أيام؟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احترافية تقلل الهلوسة وترفع جودة المخرجات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محتوى عمل يومي: تقارير، مراسلات، ومنشورات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بيانات جداول بلغة بشرية وبناء مسارات أتمتة بسيطة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وصناعة المحتوى والبحث الذكي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مدخل GenAI وهندسة الأوامر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المحتوى الاحترافي والعمل اليومي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 الضخمة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كيف تعمل النماذج اللغوية وصياغة أوامر دقيقة قابلة للتكرار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صياغة تقلل الغموض وترفع جودة الإجابة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ماذا حدث؟ ما الملف؟ ما القيود؟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 (Persona): من هو النموذج؟ خبير قانوني، محرر، محلل…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 المستهدف: مدير تنفيذي، عملاء، فريق داخلي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(Format): جدول، نقاط، إيميل، JSON، تقرير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وتحليل ومساعد يومي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ملفات طويلة وصياغة دقيقة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وعدل — هيكل احترافي 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[صف الموقف / الملف / القيود]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[خبير / محرر / محلل]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عملاء / فريق]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[اكتب المطلوب النهائي بجملة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امر جاهز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انسخه وعدل الحقول فقط</a:t>
            </a:r>
          </a:p>
        </p:txBody>
      </p:sp>
      <p:pic>
        <p:nvPicPr>
          <p:cNvPr id="11" name="Picture 10" descr="filled-prompt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التمرين العملي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→ الصق → راجع → سلم</a:t>
            </a:r>
          </a:p>
        </p:txBody>
      </p:sp>
      <p:pic>
        <p:nvPicPr>
          <p:cNvPr id="11" name="Picture 10" descr="practice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الجودة يبدأ من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و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امثلة داخل الأمر + تفكير خطوة بخطوة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اعط مثالين او ثلاثة للنبرة والشكل المطلوبين داخل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للمهام المعقدة.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قيد الدقة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قل: لا تخترع ارقاما، وقل لا اعرف إن لم تكن متأكدا.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هندسة الاوامر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سياق ولا هدف واضح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او مستوى الرسمية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شكل المخرجات (جدول / إيميل / نقاط)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الإجابة بلا تحقق من الارقام والمصادر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المحتوى الاحترافي وتطبيقات العمل اليومي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الأفكار الخام إلى مراسلات وتقارير ومحتوى تسويقي جاهز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لهجات ومستويات رسمية متعددة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إيميلات رسمية بلهجة مؤسسية أو ودية حسب الجمهور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تقارير إدارية مختصرة مع ملخص تنفيذي في الأعلى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والتعامل مع الملفات الضخمة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بمصادر حية وتلخيص PDF المعقدة ثم تحويلها لمخرجات عمل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re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بحث موثق وتحليل 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المعزز بالمصادر الحية ومقارنة الادعاءات بدقة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جداول مقارنة واستشهادات بدل فقرات عامة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perplex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مع مصادر قابلة للمراجعة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chatp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وتحليل تقارير طويلة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0604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ارسال اي ملخص او تقرير</a:t>
            </a:r>
          </a:p>
        </p:txBody>
      </p:sp>
      <p:pic>
        <p:nvPicPr>
          <p:cNvPr id="11" name="Picture 1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التحقق السريعة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طبقها على كل ملخص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مصادر قابلة للفتح والمراجعة؟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قارنت بين مصدرين على الاقل للادعاءات المهمة؟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راجعت الارقام والاسماء والتواريخ يدويا؟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فصلت بين الحقائق وبين توصيات النموذج؟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حددت ما هو غير مؤكد بدل اختراعه؟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ملف التقرير PDF أمامك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 منزلي اختياري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امرا واحدا قويا لمهمة حقيقية من عملك.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مخرجاتك في نهاية اليوم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 Cheat Sheet شخصي لامر 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PDF + إيميل رسمي + 3 تغريدات من التمرين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قائمة اخطاء شائعة لتجنبها غدا في المحتوى والوسائط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امر واحد جاهز لمهمة عمل حقيقية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1: صياغة وتلخيص ومحتوى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تلخيص تقرير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محلل اداري. لخص الملف في 5 نقاط + توصية. لا تخترع ارقاما.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النقاط التالية إلى إيميل رسمي للمدير التنفيذي بلهجة مهنية قصيرة.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سريع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3 منشورات قصيرة من نفس الملخص لجمهور مهني على LinkedIn.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81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mid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leon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ga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beautiful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hey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eleven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81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autom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m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po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er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heyg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